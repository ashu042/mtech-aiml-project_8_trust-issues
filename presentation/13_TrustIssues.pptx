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5"/>
  </p:notesMasterIdLst>
  <p:handoutMasterIdLst>
    <p:handoutMasterId r:id="rId16"/>
  </p:handoutMasterIdLst>
  <p:sldIdLst>
    <p:sldId id="1497" r:id="rId5"/>
    <p:sldId id="1514" r:id="rId6"/>
    <p:sldId id="1518" r:id="rId7"/>
    <p:sldId id="1521" r:id="rId8"/>
    <p:sldId id="1523" r:id="rId9"/>
    <p:sldId id="1526" r:id="rId10"/>
    <p:sldId id="1528" r:id="rId11"/>
    <p:sldId id="1529" r:id="rId12"/>
    <p:sldId id="1530" r:id="rId13"/>
    <p:sldId id="153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55F9"/>
    <a:srgbClr val="9991FC"/>
    <a:srgbClr val="746AFA"/>
    <a:srgbClr val="867DF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10-27T18:23:21.200"/>
    <p1510:client id="{3E21B752-12BE-478B-8772-595E991563CC}" v="1760" dt="2026-10-27T20:35:34.145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079" autoAdjust="0"/>
  </p:normalViewPr>
  <p:slideViewPr>
    <p:cSldViewPr snapToGrid="0">
      <p:cViewPr varScale="1">
        <p:scale>
          <a:sx n="86" d="100"/>
          <a:sy n="86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anshu Tripathi" userId="S::mtai10033.26@bitmesra.ac.in::ff554128-8bd9-4693-9d9c-3cb02e9c56be" providerId="AD" clId="Web-{02FCDD0A-B994-FB32-9A81-23E8F14700F3}"/>
    <pc:docChg chg="addSld modSld">
      <pc:chgData name="Dipanshu Tripathi" userId="S::mtai10033.26@bitmesra.ac.in::ff554128-8bd9-4693-9d9c-3cb02e9c56be" providerId="AD" clId="Web-{02FCDD0A-B994-FB32-9A81-23E8F14700F3}" dt="2026-10-22T18:03:12.832" v="68"/>
      <pc:docMkLst>
        <pc:docMk/>
      </pc:docMkLst>
      <pc:sldChg chg="addSp modSp">
        <pc:chgData name="Dipanshu Tripathi" userId="S::mtai10033.26@bitmesra.ac.in::ff554128-8bd9-4693-9d9c-3cb02e9c56be" providerId="AD" clId="Web-{02FCDD0A-B994-FB32-9A81-23E8F14700F3}" dt="2026-10-22T17:48:52.713" v="65" actId="20577"/>
        <pc:sldMkLst>
          <pc:docMk/>
          <pc:sldMk cId="2002021855" sldId="1514"/>
        </pc:sldMkLst>
        <pc:spChg chg="add mod">
          <ac:chgData name="Dipanshu Tripathi" userId="S::mtai10033.26@bitmesra.ac.in::ff554128-8bd9-4693-9d9c-3cb02e9c56be" providerId="AD" clId="Web-{02FCDD0A-B994-FB32-9A81-23E8F14700F3}" dt="2026-10-22T17:48:52.713" v="65" actId="20577"/>
          <ac:spMkLst>
            <pc:docMk/>
            <pc:sldMk cId="2002021855" sldId="1514"/>
            <ac:spMk id="3" creationId="{92E679DD-C2EF-08CA-8053-A1669900AA0D}"/>
          </ac:spMkLst>
        </pc:spChg>
        <pc:spChg chg="mod">
          <ac:chgData name="Dipanshu Tripathi" userId="S::mtai10033.26@bitmesra.ac.in::ff554128-8bd9-4693-9d9c-3cb02e9c56be" providerId="AD" clId="Web-{02FCDD0A-B994-FB32-9A81-23E8F14700F3}" dt="2026-10-22T17:48:43.369" v="63" actId="20577"/>
          <ac:spMkLst>
            <pc:docMk/>
            <pc:sldMk cId="2002021855" sldId="1514"/>
            <ac:spMk id="13" creationId="{52D20BD3-D97D-FECA-C8D1-5C4A30D4676A}"/>
          </ac:spMkLst>
        </pc:spChg>
      </pc:sldChg>
    </pc:docChg>
  </pc:docChgLst>
  <pc:docChgLst>
    <pc:chgData name="Dipanshu Tripathi" userId="ff554128-8bd9-4693-9d9c-3cb02e9c56be" providerId="ADAL" clId="{471F1B04-CC48-49DD-9B3F-7DA0DEC35554}"/>
    <pc:docChg chg="undo redo custSel addSld delSld modSld sldOrd">
      <pc:chgData name="Dipanshu Tripathi" userId="ff554128-8bd9-4693-9d9c-3cb02e9c56be" providerId="ADAL" clId="{471F1B04-CC48-49DD-9B3F-7DA0DEC35554}" dt="2026-10-27T20:33:33.763" v="2746" actId="120"/>
      <pc:docMkLst>
        <pc:docMk/>
      </pc:docMkLst>
      <pc:sldChg chg="addSp modSp mod">
        <pc:chgData name="Dipanshu Tripathi" userId="ff554128-8bd9-4693-9d9c-3cb02e9c56be" providerId="ADAL" clId="{471F1B04-CC48-49DD-9B3F-7DA0DEC35554}" dt="2026-10-27T19:31:33.415" v="1566" actId="1037"/>
        <pc:sldMkLst>
          <pc:docMk/>
          <pc:sldMk cId="1773831372" sldId="1497"/>
        </pc:sldMkLst>
        <pc:spChg chg="mod">
          <ac:chgData name="Dipanshu Tripathi" userId="ff554128-8bd9-4693-9d9c-3cb02e9c56be" providerId="ADAL" clId="{471F1B04-CC48-49DD-9B3F-7DA0DEC35554}" dt="2026-10-27T19:31:33.415" v="1566" actId="1037"/>
          <ac:spMkLst>
            <pc:docMk/>
            <pc:sldMk cId="1773831372" sldId="1497"/>
            <ac:spMk id="2" creationId="{1F057989-07E4-B482-9F2A-EBF670F7FA92}"/>
          </ac:spMkLst>
        </pc:spChg>
        <pc:spChg chg="add mod">
          <ac:chgData name="Dipanshu Tripathi" userId="ff554128-8bd9-4693-9d9c-3cb02e9c56be" providerId="ADAL" clId="{471F1B04-CC48-49DD-9B3F-7DA0DEC35554}" dt="2026-10-27T19:31:27.355" v="1561" actId="1037"/>
          <ac:spMkLst>
            <pc:docMk/>
            <pc:sldMk cId="1773831372" sldId="1497"/>
            <ac:spMk id="4" creationId="{4E99CA7E-3806-BDA5-7876-BB13DAAE5681}"/>
          </ac:spMkLst>
        </pc:spChg>
      </pc:sldChg>
      <pc:sldChg chg="modSp mod">
        <pc:chgData name="Dipanshu Tripathi" userId="ff554128-8bd9-4693-9d9c-3cb02e9c56be" providerId="ADAL" clId="{471F1B04-CC48-49DD-9B3F-7DA0DEC35554}" dt="2026-10-27T19:58:05.965" v="1722" actId="20577"/>
        <pc:sldMkLst>
          <pc:docMk/>
          <pc:sldMk cId="2002021855" sldId="1514"/>
        </pc:sldMkLst>
        <pc:spChg chg="mod">
          <ac:chgData name="Dipanshu Tripathi" userId="ff554128-8bd9-4693-9d9c-3cb02e9c56be" providerId="ADAL" clId="{471F1B04-CC48-49DD-9B3F-7DA0DEC35554}" dt="2026-10-27T19:58:05.965" v="1722" actId="20577"/>
          <ac:spMkLst>
            <pc:docMk/>
            <pc:sldMk cId="2002021855" sldId="1514"/>
            <ac:spMk id="2" creationId="{F31FB56E-1A01-8D29-F217-638F3BEF697B}"/>
          </ac:spMkLst>
        </pc:spChg>
        <pc:spChg chg="mod">
          <ac:chgData name="Dipanshu Tripathi" userId="ff554128-8bd9-4693-9d9c-3cb02e9c56be" providerId="ADAL" clId="{471F1B04-CC48-49DD-9B3F-7DA0DEC35554}" dt="2026-10-27T19:32:53.575" v="1585" actId="1038"/>
          <ac:spMkLst>
            <pc:docMk/>
            <pc:sldMk cId="2002021855" sldId="1514"/>
            <ac:spMk id="3" creationId="{92E679DD-C2EF-08CA-8053-A1669900AA0D}"/>
          </ac:spMkLst>
        </pc:spChg>
        <pc:spChg chg="mod">
          <ac:chgData name="Dipanshu Tripathi" userId="ff554128-8bd9-4693-9d9c-3cb02e9c56be" providerId="ADAL" clId="{471F1B04-CC48-49DD-9B3F-7DA0DEC35554}" dt="2026-10-27T19:24:58.093" v="1388" actId="207"/>
          <ac:spMkLst>
            <pc:docMk/>
            <pc:sldMk cId="2002021855" sldId="1514"/>
            <ac:spMk id="5" creationId="{C03D418B-9165-B840-00F1-CB148B85CCCF}"/>
          </ac:spMkLst>
        </pc:spChg>
        <pc:spChg chg="mod">
          <ac:chgData name="Dipanshu Tripathi" userId="ff554128-8bd9-4693-9d9c-3cb02e9c56be" providerId="ADAL" clId="{471F1B04-CC48-49DD-9B3F-7DA0DEC35554}" dt="2026-10-27T19:33:52.214" v="1594" actId="255"/>
          <ac:spMkLst>
            <pc:docMk/>
            <pc:sldMk cId="2002021855" sldId="1514"/>
            <ac:spMk id="9" creationId="{5188482C-37EB-65E4-63FF-63418D6920E5}"/>
          </ac:spMkLst>
        </pc:spChg>
        <pc:spChg chg="mod">
          <ac:chgData name="Dipanshu Tripathi" userId="ff554128-8bd9-4693-9d9c-3cb02e9c56be" providerId="ADAL" clId="{471F1B04-CC48-49DD-9B3F-7DA0DEC35554}" dt="2026-10-27T19:32:53.575" v="1585" actId="1038"/>
          <ac:spMkLst>
            <pc:docMk/>
            <pc:sldMk cId="2002021855" sldId="1514"/>
            <ac:spMk id="13" creationId="{52D20BD3-D97D-FECA-C8D1-5C4A30D4676A}"/>
          </ac:spMkLst>
        </pc:spChg>
        <pc:cxnChg chg="mod">
          <ac:chgData name="Dipanshu Tripathi" userId="ff554128-8bd9-4693-9d9c-3cb02e9c56be" providerId="ADAL" clId="{471F1B04-CC48-49DD-9B3F-7DA0DEC35554}" dt="2026-10-27T18:16:00.848" v="486" actId="1036"/>
          <ac:cxnSpMkLst>
            <pc:docMk/>
            <pc:sldMk cId="2002021855" sldId="1514"/>
            <ac:cxnSpMk id="8" creationId="{04BEB163-1352-EEEB-7CDC-D71ADB1D19F5}"/>
          </ac:cxnSpMkLst>
        </pc:cxnChg>
        <pc:cxnChg chg="mod">
          <ac:chgData name="Dipanshu Tripathi" userId="ff554128-8bd9-4693-9d9c-3cb02e9c56be" providerId="ADAL" clId="{471F1B04-CC48-49DD-9B3F-7DA0DEC35554}" dt="2026-10-27T19:33:01.043" v="1588" actId="1038"/>
          <ac:cxnSpMkLst>
            <pc:docMk/>
            <pc:sldMk cId="2002021855" sldId="1514"/>
            <ac:cxnSpMk id="12" creationId="{5AD1C5DC-9D40-58F1-4106-992149C47C94}"/>
          </ac:cxnSpMkLst>
        </pc:cxnChg>
      </pc:sldChg>
      <pc:sldChg chg="modSp mod modNotesTx">
        <pc:chgData name="Dipanshu Tripathi" userId="ff554128-8bd9-4693-9d9c-3cb02e9c56be" providerId="ADAL" clId="{471F1B04-CC48-49DD-9B3F-7DA0DEC35554}" dt="2026-10-27T18:23:33.357" v="494" actId="2711"/>
        <pc:sldMkLst>
          <pc:docMk/>
          <pc:sldMk cId="272877688" sldId="1518"/>
        </pc:sldMkLst>
        <pc:spChg chg="mod">
          <ac:chgData name="Dipanshu Tripathi" userId="ff554128-8bd9-4693-9d9c-3cb02e9c56be" providerId="ADAL" clId="{471F1B04-CC48-49DD-9B3F-7DA0DEC35554}" dt="2026-10-27T16:20:08.859" v="34" actId="255"/>
          <ac:spMkLst>
            <pc:docMk/>
            <pc:sldMk cId="272877688" sldId="1518"/>
            <ac:spMk id="9" creationId="{39DBFBF2-6954-7A63-CE7A-99E3F0AF7C18}"/>
          </ac:spMkLst>
        </pc:spChg>
        <pc:spChg chg="mod">
          <ac:chgData name="Dipanshu Tripathi" userId="ff554128-8bd9-4693-9d9c-3cb02e9c56be" providerId="ADAL" clId="{471F1B04-CC48-49DD-9B3F-7DA0DEC35554}" dt="2026-10-27T16:20:13.664" v="35" actId="255"/>
          <ac:spMkLst>
            <pc:docMk/>
            <pc:sldMk cId="272877688" sldId="1518"/>
            <ac:spMk id="15" creationId="{86B7BFC5-AB4F-104C-E490-18BE79CD062C}"/>
          </ac:spMkLst>
        </pc:spChg>
        <pc:spChg chg="mod">
          <ac:chgData name="Dipanshu Tripathi" userId="ff554128-8bd9-4693-9d9c-3cb02e9c56be" providerId="ADAL" clId="{471F1B04-CC48-49DD-9B3F-7DA0DEC35554}" dt="2026-10-27T18:23:33.357" v="494" actId="2711"/>
          <ac:spMkLst>
            <pc:docMk/>
            <pc:sldMk cId="272877688" sldId="1518"/>
            <ac:spMk id="17" creationId="{EDBE9433-6F36-86D2-17FC-C1139A772AB1}"/>
          </ac:spMkLst>
        </pc:spChg>
        <pc:picChg chg="mod">
          <ac:chgData name="Dipanshu Tripathi" userId="ff554128-8bd9-4693-9d9c-3cb02e9c56be" providerId="ADAL" clId="{471F1B04-CC48-49DD-9B3F-7DA0DEC35554}" dt="2026-10-27T16:23:31.812" v="52" actId="14861"/>
          <ac:picMkLst>
            <pc:docMk/>
            <pc:sldMk cId="272877688" sldId="1518"/>
            <ac:picMk id="32" creationId="{4E21E71F-1D1E-A6BB-2DCD-7BB9C24059DD}"/>
          </ac:picMkLst>
        </pc:picChg>
      </pc:sldChg>
      <pc:sldChg chg="addSp delSp modSp mod">
        <pc:chgData name="Dipanshu Tripathi" userId="ff554128-8bd9-4693-9d9c-3cb02e9c56be" providerId="ADAL" clId="{471F1B04-CC48-49DD-9B3F-7DA0DEC35554}" dt="2026-10-27T19:56:43.289" v="1704" actId="478"/>
        <pc:sldMkLst>
          <pc:docMk/>
          <pc:sldMk cId="2523573137" sldId="1521"/>
        </pc:sldMkLst>
        <pc:spChg chg="add del mod">
          <ac:chgData name="Dipanshu Tripathi" userId="ff554128-8bd9-4693-9d9c-3cb02e9c56be" providerId="ADAL" clId="{471F1B04-CC48-49DD-9B3F-7DA0DEC35554}" dt="2026-10-27T19:56:43.289" v="1704" actId="478"/>
          <ac:spMkLst>
            <pc:docMk/>
            <pc:sldMk cId="2523573137" sldId="1521"/>
            <ac:spMk id="2" creationId="{F014D650-AF18-F89F-CF22-5360A6EE88E2}"/>
          </ac:spMkLst>
        </pc:spChg>
        <pc:spChg chg="mod">
          <ac:chgData name="Dipanshu Tripathi" userId="ff554128-8bd9-4693-9d9c-3cb02e9c56be" providerId="ADAL" clId="{471F1B04-CC48-49DD-9B3F-7DA0DEC35554}" dt="2026-10-27T16:19:57.004" v="33" actId="14100"/>
          <ac:spMkLst>
            <pc:docMk/>
            <pc:sldMk cId="2523573137" sldId="1521"/>
            <ac:spMk id="11" creationId="{AF0E7FC1-768F-F102-6DAD-329BFF81E43E}"/>
          </ac:spMkLst>
        </pc:spChg>
        <pc:spChg chg="mod">
          <ac:chgData name="Dipanshu Tripathi" userId="ff554128-8bd9-4693-9d9c-3cb02e9c56be" providerId="ADAL" clId="{471F1B04-CC48-49DD-9B3F-7DA0DEC35554}" dt="2026-10-27T19:24:38.945" v="1385" actId="207"/>
          <ac:spMkLst>
            <pc:docMk/>
            <pc:sldMk cId="2523573137" sldId="1521"/>
            <ac:spMk id="17" creationId="{573AC02A-1602-DC55-6072-B333AD40CEA9}"/>
          </ac:spMkLst>
        </pc:spChg>
        <pc:spChg chg="mod">
          <ac:chgData name="Dipanshu Tripathi" userId="ff554128-8bd9-4693-9d9c-3cb02e9c56be" providerId="ADAL" clId="{471F1B04-CC48-49DD-9B3F-7DA0DEC35554}" dt="2026-10-27T19:24:45.964" v="1386" actId="207"/>
          <ac:spMkLst>
            <pc:docMk/>
            <pc:sldMk cId="2523573137" sldId="1521"/>
            <ac:spMk id="19" creationId="{711823D0-C6D0-A225-33D1-AD746B6D755A}"/>
          </ac:spMkLst>
        </pc:spChg>
        <pc:spChg chg="mod">
          <ac:chgData name="Dipanshu Tripathi" userId="ff554128-8bd9-4693-9d9c-3cb02e9c56be" providerId="ADAL" clId="{471F1B04-CC48-49DD-9B3F-7DA0DEC35554}" dt="2026-10-27T19:24:48.413" v="1387" actId="207"/>
          <ac:spMkLst>
            <pc:docMk/>
            <pc:sldMk cId="2523573137" sldId="1521"/>
            <ac:spMk id="21" creationId="{D18F6A76-D792-83D8-EAA9-051FE942EDC0}"/>
          </ac:spMkLst>
        </pc:spChg>
        <pc:spChg chg="mod">
          <ac:chgData name="Dipanshu Tripathi" userId="ff554128-8bd9-4693-9d9c-3cb02e9c56be" providerId="ADAL" clId="{471F1B04-CC48-49DD-9B3F-7DA0DEC35554}" dt="2026-10-27T19:56:39.497" v="1703" actId="2711"/>
          <ac:spMkLst>
            <pc:docMk/>
            <pc:sldMk cId="2523573137" sldId="1521"/>
            <ac:spMk id="23" creationId="{9D7C469C-D7C1-025F-DBC0-78721405CF2C}"/>
          </ac:spMkLst>
        </pc:spChg>
        <pc:cxnChg chg="mod">
          <ac:chgData name="Dipanshu Tripathi" userId="ff554128-8bd9-4693-9d9c-3cb02e9c56be" providerId="ADAL" clId="{471F1B04-CC48-49DD-9B3F-7DA0DEC35554}" dt="2026-10-27T18:15:57.283" v="484" actId="1036"/>
          <ac:cxnSpMkLst>
            <pc:docMk/>
            <pc:sldMk cId="2523573137" sldId="1521"/>
            <ac:cxnSpMk id="15" creationId="{E9D7A6ED-F4FD-A2FC-414D-4E8B6A6EAF37}"/>
          </ac:cxnSpMkLst>
        </pc:cxnChg>
      </pc:sldChg>
      <pc:sldChg chg="new del">
        <pc:chgData name="Dipanshu Tripathi" userId="ff554128-8bd9-4693-9d9c-3cb02e9c56be" providerId="ADAL" clId="{471F1B04-CC48-49DD-9B3F-7DA0DEC35554}" dt="2026-10-27T16:19:25.546" v="2" actId="47"/>
        <pc:sldMkLst>
          <pc:docMk/>
          <pc:sldMk cId="1183404872" sldId="1522"/>
        </pc:sldMkLst>
      </pc:sldChg>
      <pc:sldChg chg="addSp delSp modSp new mod">
        <pc:chgData name="Dipanshu Tripathi" userId="ff554128-8bd9-4693-9d9c-3cb02e9c56be" providerId="ADAL" clId="{471F1B04-CC48-49DD-9B3F-7DA0DEC35554}" dt="2026-10-27T19:58:33.488" v="1737" actId="20577"/>
        <pc:sldMkLst>
          <pc:docMk/>
          <pc:sldMk cId="413384859" sldId="1523"/>
        </pc:sldMkLst>
        <pc:spChg chg="mod">
          <ac:chgData name="Dipanshu Tripathi" userId="ff554128-8bd9-4693-9d9c-3cb02e9c56be" providerId="ADAL" clId="{471F1B04-CC48-49DD-9B3F-7DA0DEC35554}" dt="2026-10-27T19:58:33.488" v="1737" actId="20577"/>
          <ac:spMkLst>
            <pc:docMk/>
            <pc:sldMk cId="413384859" sldId="1523"/>
            <ac:spMk id="2" creationId="{EA2C40DC-5CEC-6E9D-5849-EA105204DC9C}"/>
          </ac:spMkLst>
        </pc:spChg>
        <pc:spChg chg="mod">
          <ac:chgData name="Dipanshu Tripathi" userId="ff554128-8bd9-4693-9d9c-3cb02e9c56be" providerId="ADAL" clId="{471F1B04-CC48-49DD-9B3F-7DA0DEC35554}" dt="2026-10-27T19:26:23.866" v="1409" actId="1037"/>
          <ac:spMkLst>
            <pc:docMk/>
            <pc:sldMk cId="413384859" sldId="1523"/>
            <ac:spMk id="3" creationId="{9D69B7FF-1B02-4323-B764-3ACCFF521E74}"/>
          </ac:spMkLst>
        </pc:spChg>
        <pc:spChg chg="mod">
          <ac:chgData name="Dipanshu Tripathi" userId="ff554128-8bd9-4693-9d9c-3cb02e9c56be" providerId="ADAL" clId="{471F1B04-CC48-49DD-9B3F-7DA0DEC35554}" dt="2026-10-27T19:24:04.371" v="1383" actId="20577"/>
          <ac:spMkLst>
            <pc:docMk/>
            <pc:sldMk cId="413384859" sldId="1523"/>
            <ac:spMk id="4" creationId="{0E8BDE81-7C96-0303-C5AC-3A6625DE2B62}"/>
          </ac:spMkLst>
        </pc:spChg>
        <pc:spChg chg="mod">
          <ac:chgData name="Dipanshu Tripathi" userId="ff554128-8bd9-4693-9d9c-3cb02e9c56be" providerId="ADAL" clId="{471F1B04-CC48-49DD-9B3F-7DA0DEC35554}" dt="2026-10-27T19:26:40.636" v="1430" actId="1037"/>
          <ac:spMkLst>
            <pc:docMk/>
            <pc:sldMk cId="413384859" sldId="1523"/>
            <ac:spMk id="5" creationId="{465EAFDA-3081-D18D-AB29-FE05BD72FE7C}"/>
          </ac:spMkLst>
        </pc:spChg>
        <pc:spChg chg="mod">
          <ac:chgData name="Dipanshu Tripathi" userId="ff554128-8bd9-4693-9d9c-3cb02e9c56be" providerId="ADAL" clId="{471F1B04-CC48-49DD-9B3F-7DA0DEC35554}" dt="2026-10-27T16:37:22.757" v="394" actId="12"/>
          <ac:spMkLst>
            <pc:docMk/>
            <pc:sldMk cId="413384859" sldId="1523"/>
            <ac:spMk id="6" creationId="{174E872E-994C-F0E5-63B2-BCBF512C0BBE}"/>
          </ac:spMkLst>
        </pc:spChg>
        <pc:spChg chg="add del mod ord">
          <ac:chgData name="Dipanshu Tripathi" userId="ff554128-8bd9-4693-9d9c-3cb02e9c56be" providerId="ADAL" clId="{471F1B04-CC48-49DD-9B3F-7DA0DEC35554}" dt="2026-10-27T16:41:39.865" v="480" actId="478"/>
          <ac:spMkLst>
            <pc:docMk/>
            <pc:sldMk cId="413384859" sldId="1523"/>
            <ac:spMk id="8" creationId="{D4E28C1A-C17D-BC38-8B2E-FDC2409B9E77}"/>
          </ac:spMkLst>
        </pc:spChg>
        <pc:spChg chg="add del">
          <ac:chgData name="Dipanshu Tripathi" userId="ff554128-8bd9-4693-9d9c-3cb02e9c56be" providerId="ADAL" clId="{471F1B04-CC48-49DD-9B3F-7DA0DEC35554}" dt="2026-10-27T18:20:53.441" v="488" actId="478"/>
          <ac:spMkLst>
            <pc:docMk/>
            <pc:sldMk cId="413384859" sldId="1523"/>
            <ac:spMk id="9" creationId="{A223C76E-FBA7-8863-D535-8D16ADC501E9}"/>
          </ac:spMkLst>
        </pc:spChg>
        <pc:spChg chg="add del mod">
          <ac:chgData name="Dipanshu Tripathi" userId="ff554128-8bd9-4693-9d9c-3cb02e9c56be" providerId="ADAL" clId="{471F1B04-CC48-49DD-9B3F-7DA0DEC35554}" dt="2026-10-27T18:21:35.298" v="493" actId="478"/>
          <ac:spMkLst>
            <pc:docMk/>
            <pc:sldMk cId="413384859" sldId="1523"/>
            <ac:spMk id="10" creationId="{FC296AB8-C351-EB16-AE1C-AF5FE4002E37}"/>
          </ac:spMkLst>
        </pc:spChg>
        <pc:cxnChg chg="add mod">
          <ac:chgData name="Dipanshu Tripathi" userId="ff554128-8bd9-4693-9d9c-3cb02e9c56be" providerId="ADAL" clId="{471F1B04-CC48-49DD-9B3F-7DA0DEC35554}" dt="2026-10-27T18:15:50.451" v="482" actId="1036"/>
          <ac:cxnSpMkLst>
            <pc:docMk/>
            <pc:sldMk cId="413384859" sldId="1523"/>
            <ac:cxnSpMk id="7" creationId="{C52D129B-71F5-B15E-42E5-5D7A45C9DB54}"/>
          </ac:cxnSpMkLst>
        </pc:cxnChg>
      </pc:sldChg>
      <pc:sldChg chg="new del">
        <pc:chgData name="Dipanshu Tripathi" userId="ff554128-8bd9-4693-9d9c-3cb02e9c56be" providerId="ADAL" clId="{471F1B04-CC48-49DD-9B3F-7DA0DEC35554}" dt="2026-10-27T18:25:08.221" v="501" actId="47"/>
        <pc:sldMkLst>
          <pc:docMk/>
          <pc:sldMk cId="2861511775" sldId="1524"/>
        </pc:sldMkLst>
      </pc:sldChg>
      <pc:sldChg chg="new del">
        <pc:chgData name="Dipanshu Tripathi" userId="ff554128-8bd9-4693-9d9c-3cb02e9c56be" providerId="ADAL" clId="{471F1B04-CC48-49DD-9B3F-7DA0DEC35554}" dt="2026-10-27T18:24:38.243" v="496" actId="47"/>
        <pc:sldMkLst>
          <pc:docMk/>
          <pc:sldMk cId="3944992256" sldId="1524"/>
        </pc:sldMkLst>
      </pc:sldChg>
      <pc:sldChg chg="new del">
        <pc:chgData name="Dipanshu Tripathi" userId="ff554128-8bd9-4693-9d9c-3cb02e9c56be" providerId="ADAL" clId="{471F1B04-CC48-49DD-9B3F-7DA0DEC35554}" dt="2026-10-27T18:25:00.281" v="499" actId="47"/>
        <pc:sldMkLst>
          <pc:docMk/>
          <pc:sldMk cId="1456224276" sldId="1525"/>
        </pc:sldMkLst>
      </pc:sldChg>
      <pc:sldChg chg="addSp delSp modSp new del mod ord">
        <pc:chgData name="Dipanshu Tripathi" userId="ff554128-8bd9-4693-9d9c-3cb02e9c56be" providerId="ADAL" clId="{471F1B04-CC48-49DD-9B3F-7DA0DEC35554}" dt="2026-10-27T19:53:25.286" v="1698" actId="47"/>
        <pc:sldMkLst>
          <pc:docMk/>
          <pc:sldMk cId="1531043363" sldId="1525"/>
        </pc:sldMkLst>
        <pc:spChg chg="del">
          <ac:chgData name="Dipanshu Tripathi" userId="ff554128-8bd9-4693-9d9c-3cb02e9c56be" providerId="ADAL" clId="{471F1B04-CC48-49DD-9B3F-7DA0DEC35554}" dt="2026-10-27T19:36:55.757" v="1604" actId="478"/>
          <ac:spMkLst>
            <pc:docMk/>
            <pc:sldMk cId="1531043363" sldId="1525"/>
            <ac:spMk id="2" creationId="{4640DFF4-5868-AEBE-F707-31498720D4F1}"/>
          </ac:spMkLst>
        </pc:spChg>
        <pc:spChg chg="add mod">
          <ac:chgData name="Dipanshu Tripathi" userId="ff554128-8bd9-4693-9d9c-3cb02e9c56be" providerId="ADAL" clId="{471F1B04-CC48-49DD-9B3F-7DA0DEC35554}" dt="2026-10-27T19:37:11.928" v="1606"/>
          <ac:spMkLst>
            <pc:docMk/>
            <pc:sldMk cId="1531043363" sldId="1525"/>
            <ac:spMk id="3" creationId="{3EA0380A-9BB8-9ACD-37DD-AD490B261ACB}"/>
          </ac:spMkLst>
        </pc:spChg>
        <pc:spChg chg="add mod">
          <ac:chgData name="Dipanshu Tripathi" userId="ff554128-8bd9-4693-9d9c-3cb02e9c56be" providerId="ADAL" clId="{471F1B04-CC48-49DD-9B3F-7DA0DEC35554}" dt="2026-10-27T19:37:11.928" v="1606"/>
          <ac:spMkLst>
            <pc:docMk/>
            <pc:sldMk cId="1531043363" sldId="1525"/>
            <ac:spMk id="4" creationId="{391ECEE0-65D5-6812-24D6-EBBBA80EFA5F}"/>
          </ac:spMkLst>
        </pc:spChg>
        <pc:spChg chg="add mod">
          <ac:chgData name="Dipanshu Tripathi" userId="ff554128-8bd9-4693-9d9c-3cb02e9c56be" providerId="ADAL" clId="{471F1B04-CC48-49DD-9B3F-7DA0DEC35554}" dt="2026-10-27T19:37:11.928" v="1606"/>
          <ac:spMkLst>
            <pc:docMk/>
            <pc:sldMk cId="1531043363" sldId="1525"/>
            <ac:spMk id="5" creationId="{4E985BEB-E5DB-DA39-BCA7-671560F79794}"/>
          </ac:spMkLst>
        </pc:spChg>
        <pc:spChg chg="add mod">
          <ac:chgData name="Dipanshu Tripathi" userId="ff554128-8bd9-4693-9d9c-3cb02e9c56be" providerId="ADAL" clId="{471F1B04-CC48-49DD-9B3F-7DA0DEC35554}" dt="2026-10-27T19:37:11.928" v="1606"/>
          <ac:spMkLst>
            <pc:docMk/>
            <pc:sldMk cId="1531043363" sldId="1525"/>
            <ac:spMk id="6" creationId="{5B8D5985-BE88-CDD8-091E-3A589BC1E038}"/>
          </ac:spMkLst>
        </pc:spChg>
        <pc:spChg chg="add mod">
          <ac:chgData name="Dipanshu Tripathi" userId="ff554128-8bd9-4693-9d9c-3cb02e9c56be" providerId="ADAL" clId="{471F1B04-CC48-49DD-9B3F-7DA0DEC35554}" dt="2026-10-27T19:37:11.928" v="1606"/>
          <ac:spMkLst>
            <pc:docMk/>
            <pc:sldMk cId="1531043363" sldId="1525"/>
            <ac:spMk id="7" creationId="{B857AEB8-C7FE-C468-794D-2FAE68C850C6}"/>
          </ac:spMkLst>
        </pc:spChg>
        <pc:spChg chg="add mod">
          <ac:chgData name="Dipanshu Tripathi" userId="ff554128-8bd9-4693-9d9c-3cb02e9c56be" providerId="ADAL" clId="{471F1B04-CC48-49DD-9B3F-7DA0DEC35554}" dt="2026-10-27T19:38:27.959" v="1631" actId="20577"/>
          <ac:spMkLst>
            <pc:docMk/>
            <pc:sldMk cId="1531043363" sldId="1525"/>
            <ac:spMk id="9" creationId="{C403EB8F-DF57-A845-D3E3-75295A359447}"/>
          </ac:spMkLst>
        </pc:spChg>
        <pc:picChg chg="add mod">
          <ac:chgData name="Dipanshu Tripathi" userId="ff554128-8bd9-4693-9d9c-3cb02e9c56be" providerId="ADAL" clId="{471F1B04-CC48-49DD-9B3F-7DA0DEC35554}" dt="2026-10-27T19:51:33.123" v="1663" actId="1076"/>
          <ac:picMkLst>
            <pc:docMk/>
            <pc:sldMk cId="1531043363" sldId="1525"/>
            <ac:picMk id="13" creationId="{90AB2DBB-9264-D077-0077-25BCEBE62840}"/>
          </ac:picMkLst>
        </pc:picChg>
        <pc:picChg chg="add del mod">
          <ac:chgData name="Dipanshu Tripathi" userId="ff554128-8bd9-4693-9d9c-3cb02e9c56be" providerId="ADAL" clId="{471F1B04-CC48-49DD-9B3F-7DA0DEC35554}" dt="2026-10-27T19:51:26.297" v="1659" actId="21"/>
          <ac:picMkLst>
            <pc:docMk/>
            <pc:sldMk cId="1531043363" sldId="1525"/>
            <ac:picMk id="15" creationId="{E9C8113E-10E8-869E-1AA4-81F3C6E7B82C}"/>
          </ac:picMkLst>
        </pc:picChg>
        <pc:cxnChg chg="add mod">
          <ac:chgData name="Dipanshu Tripathi" userId="ff554128-8bd9-4693-9d9c-3cb02e9c56be" providerId="ADAL" clId="{471F1B04-CC48-49DD-9B3F-7DA0DEC35554}" dt="2026-10-27T19:37:08.803" v="1605"/>
          <ac:cxnSpMkLst>
            <pc:docMk/>
            <pc:sldMk cId="1531043363" sldId="1525"/>
            <ac:cxnSpMk id="8" creationId="{888C3F9D-B663-9FC1-4A05-F816E00F494F}"/>
          </ac:cxnSpMkLst>
        </pc:cxnChg>
        <pc:cxnChg chg="add mod">
          <ac:chgData name="Dipanshu Tripathi" userId="ff554128-8bd9-4693-9d9c-3cb02e9c56be" providerId="ADAL" clId="{471F1B04-CC48-49DD-9B3F-7DA0DEC35554}" dt="2026-10-27T19:38:35.468" v="1632" actId="14100"/>
          <ac:cxnSpMkLst>
            <pc:docMk/>
            <pc:sldMk cId="1531043363" sldId="1525"/>
            <ac:cxnSpMk id="10" creationId="{0D3CBD64-B8A3-641F-0510-6CF7D9F0512F}"/>
          </ac:cxnSpMkLst>
        </pc:cxnChg>
      </pc:sldChg>
      <pc:sldChg chg="addSp delSp modSp new mod">
        <pc:chgData name="Dipanshu Tripathi" userId="ff554128-8bd9-4693-9d9c-3cb02e9c56be" providerId="ADAL" clId="{471F1B04-CC48-49DD-9B3F-7DA0DEC35554}" dt="2026-10-27T19:35:17.448" v="1603" actId="120"/>
        <pc:sldMkLst>
          <pc:docMk/>
          <pc:sldMk cId="3808791217" sldId="1526"/>
        </pc:sldMkLst>
        <pc:spChg chg="mod">
          <ac:chgData name="Dipanshu Tripathi" userId="ff554128-8bd9-4693-9d9c-3cb02e9c56be" providerId="ADAL" clId="{471F1B04-CC48-49DD-9B3F-7DA0DEC35554}" dt="2026-10-27T18:25:52.413" v="521" actId="1076"/>
          <ac:spMkLst>
            <pc:docMk/>
            <pc:sldMk cId="3808791217" sldId="1526"/>
            <ac:spMk id="2" creationId="{87C2D425-F209-3BD5-E71A-6E65F5B6CB74}"/>
          </ac:spMkLst>
        </pc:spChg>
        <pc:spChg chg="del">
          <ac:chgData name="Dipanshu Tripathi" userId="ff554128-8bd9-4693-9d9c-3cb02e9c56be" providerId="ADAL" clId="{471F1B04-CC48-49DD-9B3F-7DA0DEC35554}" dt="2026-10-27T18:26:12.753" v="524" actId="478"/>
          <ac:spMkLst>
            <pc:docMk/>
            <pc:sldMk cId="3808791217" sldId="1526"/>
            <ac:spMk id="3" creationId="{D3DF01DC-EA2C-2382-2A43-0444757F347F}"/>
          </ac:spMkLst>
        </pc:spChg>
        <pc:spChg chg="add mod">
          <ac:chgData name="Dipanshu Tripathi" userId="ff554128-8bd9-4693-9d9c-3cb02e9c56be" providerId="ADAL" clId="{471F1B04-CC48-49DD-9B3F-7DA0DEC35554}" dt="2026-10-27T19:17:42.200" v="1347" actId="1038"/>
          <ac:spMkLst>
            <pc:docMk/>
            <pc:sldMk cId="3808791217" sldId="1526"/>
            <ac:spMk id="5" creationId="{2B1684E2-3620-E5EF-7EE2-559070EAFC4E}"/>
          </ac:spMkLst>
        </pc:spChg>
        <pc:spChg chg="add mod">
          <ac:chgData name="Dipanshu Tripathi" userId="ff554128-8bd9-4693-9d9c-3cb02e9c56be" providerId="ADAL" clId="{471F1B04-CC48-49DD-9B3F-7DA0DEC35554}" dt="2026-10-27T19:34:53.797" v="1602" actId="403"/>
          <ac:spMkLst>
            <pc:docMk/>
            <pc:sldMk cId="3808791217" sldId="1526"/>
            <ac:spMk id="6" creationId="{8140903F-74A2-2C5D-5770-5F83C8060AA4}"/>
          </ac:spMkLst>
        </pc:spChg>
        <pc:spChg chg="add mod">
          <ac:chgData name="Dipanshu Tripathi" userId="ff554128-8bd9-4693-9d9c-3cb02e9c56be" providerId="ADAL" clId="{471F1B04-CC48-49DD-9B3F-7DA0DEC35554}" dt="2026-10-27T19:34:53.107" v="1601" actId="403"/>
          <ac:spMkLst>
            <pc:docMk/>
            <pc:sldMk cId="3808791217" sldId="1526"/>
            <ac:spMk id="8" creationId="{A6CE64FB-80AD-1EF7-7698-DA0DBCB4E260}"/>
          </ac:spMkLst>
        </pc:spChg>
        <pc:spChg chg="add mod">
          <ac:chgData name="Dipanshu Tripathi" userId="ff554128-8bd9-4693-9d9c-3cb02e9c56be" providerId="ADAL" clId="{471F1B04-CC48-49DD-9B3F-7DA0DEC35554}" dt="2026-10-27T19:34:52.592" v="1600" actId="403"/>
          <ac:spMkLst>
            <pc:docMk/>
            <pc:sldMk cId="3808791217" sldId="1526"/>
            <ac:spMk id="9" creationId="{9CBC1795-9F37-9264-4D39-96B78CE4E738}"/>
          </ac:spMkLst>
        </pc:spChg>
        <pc:spChg chg="add">
          <ac:chgData name="Dipanshu Tripathi" userId="ff554128-8bd9-4693-9d9c-3cb02e9c56be" providerId="ADAL" clId="{471F1B04-CC48-49DD-9B3F-7DA0DEC35554}" dt="2026-10-27T19:01:36.398" v="1017" actId="22"/>
          <ac:spMkLst>
            <pc:docMk/>
            <pc:sldMk cId="3808791217" sldId="1526"/>
            <ac:spMk id="11" creationId="{6D5CDA15-9CC4-B18C-83EC-C3818E5B266F}"/>
          </ac:spMkLst>
        </pc:spChg>
        <pc:spChg chg="add mod">
          <ac:chgData name="Dipanshu Tripathi" userId="ff554128-8bd9-4693-9d9c-3cb02e9c56be" providerId="ADAL" clId="{471F1B04-CC48-49DD-9B3F-7DA0DEC35554}" dt="2026-10-27T19:35:17.448" v="1603" actId="120"/>
          <ac:spMkLst>
            <pc:docMk/>
            <pc:sldMk cId="3808791217" sldId="1526"/>
            <ac:spMk id="13" creationId="{4AEB0796-6323-404A-1B5A-6884A4390D0C}"/>
          </ac:spMkLst>
        </pc:spChg>
        <pc:spChg chg="add mod">
          <ac:chgData name="Dipanshu Tripathi" userId="ff554128-8bd9-4693-9d9c-3cb02e9c56be" providerId="ADAL" clId="{471F1B04-CC48-49DD-9B3F-7DA0DEC35554}" dt="2026-10-27T19:17:50.810" v="1358" actId="1037"/>
          <ac:spMkLst>
            <pc:docMk/>
            <pc:sldMk cId="3808791217" sldId="1526"/>
            <ac:spMk id="15" creationId="{2B4E3F6D-8284-AC39-89C9-ADD2A29D1380}"/>
          </ac:spMkLst>
        </pc:spChg>
        <pc:spChg chg="add del">
          <ac:chgData name="Dipanshu Tripathi" userId="ff554128-8bd9-4693-9d9c-3cb02e9c56be" providerId="ADAL" clId="{471F1B04-CC48-49DD-9B3F-7DA0DEC35554}" dt="2026-10-27T19:11:22.980" v="1124" actId="22"/>
          <ac:spMkLst>
            <pc:docMk/>
            <pc:sldMk cId="3808791217" sldId="1526"/>
            <ac:spMk id="17" creationId="{C1369D47-7117-5B7D-2B1F-945881E81F52}"/>
          </ac:spMkLst>
        </pc:spChg>
        <pc:spChg chg="add del">
          <ac:chgData name="Dipanshu Tripathi" userId="ff554128-8bd9-4693-9d9c-3cb02e9c56be" providerId="ADAL" clId="{471F1B04-CC48-49DD-9B3F-7DA0DEC35554}" dt="2026-10-27T19:11:26.228" v="1128" actId="22"/>
          <ac:spMkLst>
            <pc:docMk/>
            <pc:sldMk cId="3808791217" sldId="1526"/>
            <ac:spMk id="19" creationId="{8F985006-218D-1E33-1373-D90DD57F7B91}"/>
          </ac:spMkLst>
        </pc:spChg>
        <pc:spChg chg="add del">
          <ac:chgData name="Dipanshu Tripathi" userId="ff554128-8bd9-4693-9d9c-3cb02e9c56be" providerId="ADAL" clId="{471F1B04-CC48-49DD-9B3F-7DA0DEC35554}" dt="2026-10-27T19:11:25.628" v="1127" actId="22"/>
          <ac:spMkLst>
            <pc:docMk/>
            <pc:sldMk cId="3808791217" sldId="1526"/>
            <ac:spMk id="21" creationId="{6AB7DB56-ADF5-23F4-07F1-8ABE63EB5469}"/>
          </ac:spMkLst>
        </pc:spChg>
        <pc:spChg chg="add mod">
          <ac:chgData name="Dipanshu Tripathi" userId="ff554128-8bd9-4693-9d9c-3cb02e9c56be" providerId="ADAL" clId="{471F1B04-CC48-49DD-9B3F-7DA0DEC35554}" dt="2026-10-27T19:17:10.496" v="1328" actId="6549"/>
          <ac:spMkLst>
            <pc:docMk/>
            <pc:sldMk cId="3808791217" sldId="1526"/>
            <ac:spMk id="23" creationId="{79DB39AC-37A5-5938-2323-77CA305AFFFC}"/>
          </ac:spMkLst>
        </pc:spChg>
        <pc:cxnChg chg="add mod">
          <ac:chgData name="Dipanshu Tripathi" userId="ff554128-8bd9-4693-9d9c-3cb02e9c56be" providerId="ADAL" clId="{471F1B04-CC48-49DD-9B3F-7DA0DEC35554}" dt="2026-10-27T18:26:02.813" v="523" actId="1076"/>
          <ac:cxnSpMkLst>
            <pc:docMk/>
            <pc:sldMk cId="3808791217" sldId="1526"/>
            <ac:cxnSpMk id="4" creationId="{CC478AEB-5ABB-B82E-562D-EB213738A01B}"/>
          </ac:cxnSpMkLst>
        </pc:cxnChg>
      </pc:sldChg>
      <pc:sldChg chg="addSp new del mod">
        <pc:chgData name="Dipanshu Tripathi" userId="ff554128-8bd9-4693-9d9c-3cb02e9c56be" providerId="ADAL" clId="{471F1B04-CC48-49DD-9B3F-7DA0DEC35554}" dt="2026-10-27T19:54:17.991" v="1699" actId="47"/>
        <pc:sldMkLst>
          <pc:docMk/>
          <pc:sldMk cId="1050222368" sldId="1527"/>
        </pc:sldMkLst>
        <pc:spChg chg="add">
          <ac:chgData name="Dipanshu Tripathi" userId="ff554128-8bd9-4693-9d9c-3cb02e9c56be" providerId="ADAL" clId="{471F1B04-CC48-49DD-9B3F-7DA0DEC35554}" dt="2026-10-27T19:20:35.531" v="1379" actId="22"/>
          <ac:spMkLst>
            <pc:docMk/>
            <pc:sldMk cId="1050222368" sldId="1527"/>
            <ac:spMk id="3" creationId="{4E65A460-985D-9467-7C8A-527872220341}"/>
          </ac:spMkLst>
        </pc:spChg>
        <pc:spChg chg="add">
          <ac:chgData name="Dipanshu Tripathi" userId="ff554128-8bd9-4693-9d9c-3cb02e9c56be" providerId="ADAL" clId="{471F1B04-CC48-49DD-9B3F-7DA0DEC35554}" dt="2026-10-27T19:20:35.531" v="1379" actId="22"/>
          <ac:spMkLst>
            <pc:docMk/>
            <pc:sldMk cId="1050222368" sldId="1527"/>
            <ac:spMk id="5" creationId="{F2AC3024-8E2E-231E-297A-9764EF4A4601}"/>
          </ac:spMkLst>
        </pc:spChg>
        <pc:spChg chg="add">
          <ac:chgData name="Dipanshu Tripathi" userId="ff554128-8bd9-4693-9d9c-3cb02e9c56be" providerId="ADAL" clId="{471F1B04-CC48-49DD-9B3F-7DA0DEC35554}" dt="2026-10-27T19:20:35.531" v="1379" actId="22"/>
          <ac:spMkLst>
            <pc:docMk/>
            <pc:sldMk cId="1050222368" sldId="1527"/>
            <ac:spMk id="7" creationId="{71C61A92-1696-FE36-499F-47EBDFB89464}"/>
          </ac:spMkLst>
        </pc:spChg>
        <pc:spChg chg="add">
          <ac:chgData name="Dipanshu Tripathi" userId="ff554128-8bd9-4693-9d9c-3cb02e9c56be" providerId="ADAL" clId="{471F1B04-CC48-49DD-9B3F-7DA0DEC35554}" dt="2026-10-27T19:20:35.531" v="1379" actId="22"/>
          <ac:spMkLst>
            <pc:docMk/>
            <pc:sldMk cId="1050222368" sldId="1527"/>
            <ac:spMk id="9" creationId="{18E129D2-BCA9-7998-D497-5A71F1BAE1C7}"/>
          </ac:spMkLst>
        </pc:spChg>
        <pc:spChg chg="add">
          <ac:chgData name="Dipanshu Tripathi" userId="ff554128-8bd9-4693-9d9c-3cb02e9c56be" providerId="ADAL" clId="{471F1B04-CC48-49DD-9B3F-7DA0DEC35554}" dt="2026-10-27T19:20:35.531" v="1379" actId="22"/>
          <ac:spMkLst>
            <pc:docMk/>
            <pc:sldMk cId="1050222368" sldId="1527"/>
            <ac:spMk id="11" creationId="{49003B51-FD9C-8765-564C-840D23302E8E}"/>
          </ac:spMkLst>
        </pc:spChg>
        <pc:spChg chg="add">
          <ac:chgData name="Dipanshu Tripathi" userId="ff554128-8bd9-4693-9d9c-3cb02e9c56be" providerId="ADAL" clId="{471F1B04-CC48-49DD-9B3F-7DA0DEC35554}" dt="2026-10-27T19:20:35.531" v="1379" actId="22"/>
          <ac:spMkLst>
            <pc:docMk/>
            <pc:sldMk cId="1050222368" sldId="1527"/>
            <ac:spMk id="13" creationId="{8841F751-A578-B82E-948E-B45891553AC1}"/>
          </ac:spMkLst>
        </pc:spChg>
        <pc:spChg chg="add">
          <ac:chgData name="Dipanshu Tripathi" userId="ff554128-8bd9-4693-9d9c-3cb02e9c56be" providerId="ADAL" clId="{471F1B04-CC48-49DD-9B3F-7DA0DEC35554}" dt="2026-10-27T19:20:35.531" v="1379" actId="22"/>
          <ac:spMkLst>
            <pc:docMk/>
            <pc:sldMk cId="1050222368" sldId="1527"/>
            <ac:spMk id="15" creationId="{91B295B9-09E9-54A5-F212-80D55041E454}"/>
          </ac:spMkLst>
        </pc:spChg>
        <pc:spChg chg="add">
          <ac:chgData name="Dipanshu Tripathi" userId="ff554128-8bd9-4693-9d9c-3cb02e9c56be" providerId="ADAL" clId="{471F1B04-CC48-49DD-9B3F-7DA0DEC35554}" dt="2026-10-27T19:20:35.531" v="1379" actId="22"/>
          <ac:spMkLst>
            <pc:docMk/>
            <pc:sldMk cId="1050222368" sldId="1527"/>
            <ac:spMk id="17" creationId="{CEF66426-F977-BF8A-60C3-F5490EA1755C}"/>
          </ac:spMkLst>
        </pc:spChg>
      </pc:sldChg>
      <pc:sldChg chg="addSp delSp modSp add mod">
        <pc:chgData name="Dipanshu Tripathi" userId="ff554128-8bd9-4693-9d9c-3cb02e9c56be" providerId="ADAL" clId="{471F1B04-CC48-49DD-9B3F-7DA0DEC35554}" dt="2026-10-27T19:53:13.971" v="1697" actId="1076"/>
        <pc:sldMkLst>
          <pc:docMk/>
          <pc:sldMk cId="3403073276" sldId="1528"/>
        </pc:sldMkLst>
        <pc:picChg chg="add mod">
          <ac:chgData name="Dipanshu Tripathi" userId="ff554128-8bd9-4693-9d9c-3cb02e9c56be" providerId="ADAL" clId="{471F1B04-CC48-49DD-9B3F-7DA0DEC35554}" dt="2026-10-27T19:53:13.971" v="1697" actId="1076"/>
          <ac:picMkLst>
            <pc:docMk/>
            <pc:sldMk cId="3403073276" sldId="1528"/>
            <ac:picMk id="3" creationId="{955C9CC7-4F14-0B03-3512-C2B70AECE687}"/>
          </ac:picMkLst>
        </pc:picChg>
        <pc:picChg chg="add mod">
          <ac:chgData name="Dipanshu Tripathi" userId="ff554128-8bd9-4693-9d9c-3cb02e9c56be" providerId="ADAL" clId="{471F1B04-CC48-49DD-9B3F-7DA0DEC35554}" dt="2026-10-27T19:53:12.645" v="1696" actId="1076"/>
          <ac:picMkLst>
            <pc:docMk/>
            <pc:sldMk cId="3403073276" sldId="1528"/>
            <ac:picMk id="5" creationId="{4D7DF547-0AED-29E3-3232-60F9EB3F4751}"/>
          </ac:picMkLst>
        </pc:picChg>
        <pc:picChg chg="del">
          <ac:chgData name="Dipanshu Tripathi" userId="ff554128-8bd9-4693-9d9c-3cb02e9c56be" providerId="ADAL" clId="{471F1B04-CC48-49DD-9B3F-7DA0DEC35554}" dt="2026-10-27T19:51:41.911" v="1665" actId="478"/>
          <ac:picMkLst>
            <pc:docMk/>
            <pc:sldMk cId="3403073276" sldId="1528"/>
            <ac:picMk id="13" creationId="{B20051DF-E899-5251-966D-8DD9D48DC484}"/>
          </ac:picMkLst>
        </pc:picChg>
      </pc:sldChg>
      <pc:sldChg chg="addSp delSp modSp add mod">
        <pc:chgData name="Dipanshu Tripathi" userId="ff554128-8bd9-4693-9d9c-3cb02e9c56be" providerId="ADAL" clId="{471F1B04-CC48-49DD-9B3F-7DA0DEC35554}" dt="2026-10-27T20:33:33.763" v="2746" actId="120"/>
        <pc:sldMkLst>
          <pc:docMk/>
          <pc:sldMk cId="457411959" sldId="1529"/>
        </pc:sldMkLst>
        <pc:spChg chg="mod">
          <ac:chgData name="Dipanshu Tripathi" userId="ff554128-8bd9-4693-9d9c-3cb02e9c56be" providerId="ADAL" clId="{471F1B04-CC48-49DD-9B3F-7DA0DEC35554}" dt="2026-10-27T20:00:04.199" v="1769" actId="20577"/>
          <ac:spMkLst>
            <pc:docMk/>
            <pc:sldMk cId="457411959" sldId="1529"/>
            <ac:spMk id="2" creationId="{5D9A3793-3335-D39D-029D-A8AACC845EC1}"/>
          </ac:spMkLst>
        </pc:spChg>
        <pc:spChg chg="mod">
          <ac:chgData name="Dipanshu Tripathi" userId="ff554128-8bd9-4693-9d9c-3cb02e9c56be" providerId="ADAL" clId="{471F1B04-CC48-49DD-9B3F-7DA0DEC35554}" dt="2026-10-27T20:10:22.756" v="2194" actId="122"/>
          <ac:spMkLst>
            <pc:docMk/>
            <pc:sldMk cId="457411959" sldId="1529"/>
            <ac:spMk id="3" creationId="{503E1530-AC90-8013-C37C-BD2D58077F9B}"/>
          </ac:spMkLst>
        </pc:spChg>
        <pc:spChg chg="del mod">
          <ac:chgData name="Dipanshu Tripathi" userId="ff554128-8bd9-4693-9d9c-3cb02e9c56be" providerId="ADAL" clId="{471F1B04-CC48-49DD-9B3F-7DA0DEC35554}" dt="2026-10-27T20:03:58.876" v="1927" actId="478"/>
          <ac:spMkLst>
            <pc:docMk/>
            <pc:sldMk cId="457411959" sldId="1529"/>
            <ac:spMk id="4" creationId="{F34C1A11-D664-F31E-B37B-C25F8EEA8DA2}"/>
          </ac:spMkLst>
        </pc:spChg>
        <pc:spChg chg="mod">
          <ac:chgData name="Dipanshu Tripathi" userId="ff554128-8bd9-4693-9d9c-3cb02e9c56be" providerId="ADAL" clId="{471F1B04-CC48-49DD-9B3F-7DA0DEC35554}" dt="2026-10-27T20:33:32.783" v="2744" actId="120"/>
          <ac:spMkLst>
            <pc:docMk/>
            <pc:sldMk cId="457411959" sldId="1529"/>
            <ac:spMk id="5" creationId="{9D45FCA2-5832-8AF5-7E73-23811089183B}"/>
          </ac:spMkLst>
        </pc:spChg>
        <pc:spChg chg="del">
          <ac:chgData name="Dipanshu Tripathi" userId="ff554128-8bd9-4693-9d9c-3cb02e9c56be" providerId="ADAL" clId="{471F1B04-CC48-49DD-9B3F-7DA0DEC35554}" dt="2026-10-27T20:03:53.726" v="1924" actId="478"/>
          <ac:spMkLst>
            <pc:docMk/>
            <pc:sldMk cId="457411959" sldId="1529"/>
            <ac:spMk id="6" creationId="{36D1C59F-25AD-D550-0472-3608104D7C6C}"/>
          </ac:spMkLst>
        </pc:spChg>
        <pc:spChg chg="add del mod">
          <ac:chgData name="Dipanshu Tripathi" userId="ff554128-8bd9-4693-9d9c-3cb02e9c56be" providerId="ADAL" clId="{471F1B04-CC48-49DD-9B3F-7DA0DEC35554}" dt="2026-10-27T20:02:55.981" v="1843" actId="20577"/>
          <ac:spMkLst>
            <pc:docMk/>
            <pc:sldMk cId="457411959" sldId="1529"/>
            <ac:spMk id="8" creationId="{3C798E76-5C47-342B-ACF7-A5B40F1B92ED}"/>
          </ac:spMkLst>
        </pc:spChg>
        <pc:spChg chg="add mod">
          <ac:chgData name="Dipanshu Tripathi" userId="ff554128-8bd9-4693-9d9c-3cb02e9c56be" providerId="ADAL" clId="{471F1B04-CC48-49DD-9B3F-7DA0DEC35554}" dt="2026-10-27T20:33:33.763" v="2746" actId="120"/>
          <ac:spMkLst>
            <pc:docMk/>
            <pc:sldMk cId="457411959" sldId="1529"/>
            <ac:spMk id="9" creationId="{BE9CA57E-A787-38BF-CDC0-D13B6FE4FFED}"/>
          </ac:spMkLst>
        </pc:spChg>
        <pc:spChg chg="add del mod">
          <ac:chgData name="Dipanshu Tripathi" userId="ff554128-8bd9-4693-9d9c-3cb02e9c56be" providerId="ADAL" clId="{471F1B04-CC48-49DD-9B3F-7DA0DEC35554}" dt="2026-10-27T20:03:56.129" v="1925" actId="478"/>
          <ac:spMkLst>
            <pc:docMk/>
            <pc:sldMk cId="457411959" sldId="1529"/>
            <ac:spMk id="11" creationId="{F7C0C509-147F-A71B-9E0F-A224EAEBAA34}"/>
          </ac:spMkLst>
        </pc:spChg>
        <pc:spChg chg="add del mod">
          <ac:chgData name="Dipanshu Tripathi" userId="ff554128-8bd9-4693-9d9c-3cb02e9c56be" providerId="ADAL" clId="{471F1B04-CC48-49DD-9B3F-7DA0DEC35554}" dt="2026-10-27T20:04:00.985" v="1928" actId="478"/>
          <ac:spMkLst>
            <pc:docMk/>
            <pc:sldMk cId="457411959" sldId="1529"/>
            <ac:spMk id="13" creationId="{5102777D-FBAB-8437-EC00-4F9A803E0BF3}"/>
          </ac:spMkLst>
        </pc:spChg>
        <pc:spChg chg="add mod">
          <ac:chgData name="Dipanshu Tripathi" userId="ff554128-8bd9-4693-9d9c-3cb02e9c56be" providerId="ADAL" clId="{471F1B04-CC48-49DD-9B3F-7DA0DEC35554}" dt="2026-10-27T20:33:33.209" v="2745" actId="120"/>
          <ac:spMkLst>
            <pc:docMk/>
            <pc:sldMk cId="457411959" sldId="1529"/>
            <ac:spMk id="15" creationId="{F1DC2767-3ADD-5158-69A3-35AAC7729935}"/>
          </ac:spMkLst>
        </pc:spChg>
        <pc:spChg chg="add mod">
          <ac:chgData name="Dipanshu Tripathi" userId="ff554128-8bd9-4693-9d9c-3cb02e9c56be" providerId="ADAL" clId="{471F1B04-CC48-49DD-9B3F-7DA0DEC35554}" dt="2026-10-27T20:10:05.279" v="2190" actId="122"/>
          <ac:spMkLst>
            <pc:docMk/>
            <pc:sldMk cId="457411959" sldId="1529"/>
            <ac:spMk id="16" creationId="{EB910A40-A506-0562-E792-FFCE6CE22736}"/>
          </ac:spMkLst>
        </pc:spChg>
        <pc:spChg chg="add mod">
          <ac:chgData name="Dipanshu Tripathi" userId="ff554128-8bd9-4693-9d9c-3cb02e9c56be" providerId="ADAL" clId="{471F1B04-CC48-49DD-9B3F-7DA0DEC35554}" dt="2026-10-27T20:10:13.774" v="2192" actId="122"/>
          <ac:spMkLst>
            <pc:docMk/>
            <pc:sldMk cId="457411959" sldId="1529"/>
            <ac:spMk id="18" creationId="{4219CBB8-A926-9D59-CA33-A3FB614DBBC8}"/>
          </ac:spMkLst>
        </pc:spChg>
        <pc:cxnChg chg="add mod">
          <ac:chgData name="Dipanshu Tripathi" userId="ff554128-8bd9-4693-9d9c-3cb02e9c56be" providerId="ADAL" clId="{471F1B04-CC48-49DD-9B3F-7DA0DEC35554}" dt="2026-10-27T20:09:06.514" v="2181" actId="1076"/>
          <ac:cxnSpMkLst>
            <pc:docMk/>
            <pc:sldMk cId="457411959" sldId="1529"/>
            <ac:cxnSpMk id="19" creationId="{ACE76723-CCBF-0485-4229-6788CBFC94E9}"/>
          </ac:cxnSpMkLst>
        </pc:cxnChg>
        <pc:cxnChg chg="add mod">
          <ac:chgData name="Dipanshu Tripathi" userId="ff554128-8bd9-4693-9d9c-3cb02e9c56be" providerId="ADAL" clId="{471F1B04-CC48-49DD-9B3F-7DA0DEC35554}" dt="2026-10-27T20:09:08.531" v="2182" actId="1076"/>
          <ac:cxnSpMkLst>
            <pc:docMk/>
            <pc:sldMk cId="457411959" sldId="1529"/>
            <ac:cxnSpMk id="20" creationId="{169CABE4-B76B-A76B-503B-9ECF019189C4}"/>
          </ac:cxnSpMkLst>
        </pc:cxnChg>
      </pc:sldChg>
      <pc:sldChg chg="addSp delSp modSp add mod">
        <pc:chgData name="Dipanshu Tripathi" userId="ff554128-8bd9-4693-9d9c-3cb02e9c56be" providerId="ADAL" clId="{471F1B04-CC48-49DD-9B3F-7DA0DEC35554}" dt="2026-10-27T20:26:34.083" v="2723"/>
        <pc:sldMkLst>
          <pc:docMk/>
          <pc:sldMk cId="3400405239" sldId="1530"/>
        </pc:sldMkLst>
        <pc:spChg chg="mod">
          <ac:chgData name="Dipanshu Tripathi" userId="ff554128-8bd9-4693-9d9c-3cb02e9c56be" providerId="ADAL" clId="{471F1B04-CC48-49DD-9B3F-7DA0DEC35554}" dt="2026-10-27T20:15:25.698" v="2277" actId="20577"/>
          <ac:spMkLst>
            <pc:docMk/>
            <pc:sldMk cId="3400405239" sldId="1530"/>
            <ac:spMk id="2" creationId="{37E81C44-5BD7-F23C-B38A-CCA1633B2CF4}"/>
          </ac:spMkLst>
        </pc:spChg>
        <pc:spChg chg="add mod">
          <ac:chgData name="Dipanshu Tripathi" userId="ff554128-8bd9-4693-9d9c-3cb02e9c56be" providerId="ADAL" clId="{471F1B04-CC48-49DD-9B3F-7DA0DEC35554}" dt="2026-10-27T20:17:32.665" v="2358" actId="14100"/>
          <ac:spMkLst>
            <pc:docMk/>
            <pc:sldMk cId="3400405239" sldId="1530"/>
            <ac:spMk id="3" creationId="{BC8B6A90-F7FF-B0D2-5D6F-F9A44354BEED}"/>
          </ac:spMkLst>
        </pc:spChg>
        <pc:spChg chg="del">
          <ac:chgData name="Dipanshu Tripathi" userId="ff554128-8bd9-4693-9d9c-3cb02e9c56be" providerId="ADAL" clId="{471F1B04-CC48-49DD-9B3F-7DA0DEC35554}" dt="2026-10-27T20:15:51.994" v="2278" actId="478"/>
          <ac:spMkLst>
            <pc:docMk/>
            <pc:sldMk cId="3400405239" sldId="1530"/>
            <ac:spMk id="5" creationId="{7298B332-3247-EF53-7C8E-50B19C32E22A}"/>
          </ac:spMkLst>
        </pc:spChg>
        <pc:spChg chg="del">
          <ac:chgData name="Dipanshu Tripathi" userId="ff554128-8bd9-4693-9d9c-3cb02e9c56be" providerId="ADAL" clId="{471F1B04-CC48-49DD-9B3F-7DA0DEC35554}" dt="2026-10-27T20:15:51.994" v="2278" actId="478"/>
          <ac:spMkLst>
            <pc:docMk/>
            <pc:sldMk cId="3400405239" sldId="1530"/>
            <ac:spMk id="6" creationId="{8AE9B082-11B1-8131-B63D-CC3ED2193FC7}"/>
          </ac:spMkLst>
        </pc:spChg>
        <pc:spChg chg="add mod">
          <ac:chgData name="Dipanshu Tripathi" userId="ff554128-8bd9-4693-9d9c-3cb02e9c56be" providerId="ADAL" clId="{471F1B04-CC48-49DD-9B3F-7DA0DEC35554}" dt="2026-10-27T20:26:34.083" v="2723"/>
          <ac:spMkLst>
            <pc:docMk/>
            <pc:sldMk cId="3400405239" sldId="1530"/>
            <ac:spMk id="7" creationId="{B4C7B375-352F-F802-6560-1BEC1F44132E}"/>
          </ac:spMkLst>
        </pc:spChg>
        <pc:spChg chg="del">
          <ac:chgData name="Dipanshu Tripathi" userId="ff554128-8bd9-4693-9d9c-3cb02e9c56be" providerId="ADAL" clId="{471F1B04-CC48-49DD-9B3F-7DA0DEC35554}" dt="2026-10-27T20:15:51.994" v="2278" actId="478"/>
          <ac:spMkLst>
            <pc:docMk/>
            <pc:sldMk cId="3400405239" sldId="1530"/>
            <ac:spMk id="8" creationId="{4799D81E-0C86-34B5-E681-5A88F75F7D7C}"/>
          </ac:spMkLst>
        </pc:spChg>
        <pc:spChg chg="del">
          <ac:chgData name="Dipanshu Tripathi" userId="ff554128-8bd9-4693-9d9c-3cb02e9c56be" providerId="ADAL" clId="{471F1B04-CC48-49DD-9B3F-7DA0DEC35554}" dt="2026-10-27T20:15:51.994" v="2278" actId="478"/>
          <ac:spMkLst>
            <pc:docMk/>
            <pc:sldMk cId="3400405239" sldId="1530"/>
            <ac:spMk id="9" creationId="{47553877-5552-6F89-4CB6-43E554E99AD3}"/>
          </ac:spMkLst>
        </pc:spChg>
        <pc:spChg chg="add mod">
          <ac:chgData name="Dipanshu Tripathi" userId="ff554128-8bd9-4693-9d9c-3cb02e9c56be" providerId="ADAL" clId="{471F1B04-CC48-49DD-9B3F-7DA0DEC35554}" dt="2026-10-27T20:20:13.104" v="2454" actId="12"/>
          <ac:spMkLst>
            <pc:docMk/>
            <pc:sldMk cId="3400405239" sldId="1530"/>
            <ac:spMk id="10" creationId="{C8D8A0D9-9B1F-0C5F-6F86-94B976B0129B}"/>
          </ac:spMkLst>
        </pc:spChg>
        <pc:spChg chg="del">
          <ac:chgData name="Dipanshu Tripathi" userId="ff554128-8bd9-4693-9d9c-3cb02e9c56be" providerId="ADAL" clId="{471F1B04-CC48-49DD-9B3F-7DA0DEC35554}" dt="2026-10-27T20:15:51.994" v="2278" actId="478"/>
          <ac:spMkLst>
            <pc:docMk/>
            <pc:sldMk cId="3400405239" sldId="1530"/>
            <ac:spMk id="11" creationId="{D6C5C14C-7869-D13C-AADC-8F9402C7265D}"/>
          </ac:spMkLst>
        </pc:spChg>
        <pc:spChg chg="add mod">
          <ac:chgData name="Dipanshu Tripathi" userId="ff554128-8bd9-4693-9d9c-3cb02e9c56be" providerId="ADAL" clId="{471F1B04-CC48-49DD-9B3F-7DA0DEC35554}" dt="2026-10-27T20:25:21.150" v="2717" actId="1037"/>
          <ac:spMkLst>
            <pc:docMk/>
            <pc:sldMk cId="3400405239" sldId="1530"/>
            <ac:spMk id="12" creationId="{A32845D5-5B7C-A531-5411-5C59F0A0D22E}"/>
          </ac:spMkLst>
        </pc:spChg>
        <pc:spChg chg="del">
          <ac:chgData name="Dipanshu Tripathi" userId="ff554128-8bd9-4693-9d9c-3cb02e9c56be" providerId="ADAL" clId="{471F1B04-CC48-49DD-9B3F-7DA0DEC35554}" dt="2026-10-27T20:15:51.994" v="2278" actId="478"/>
          <ac:spMkLst>
            <pc:docMk/>
            <pc:sldMk cId="3400405239" sldId="1530"/>
            <ac:spMk id="13" creationId="{25E54C85-6C44-FC08-532C-4ED11DB8E0D0}"/>
          </ac:spMkLst>
        </pc:spChg>
        <pc:spChg chg="del">
          <ac:chgData name="Dipanshu Tripathi" userId="ff554128-8bd9-4693-9d9c-3cb02e9c56be" providerId="ADAL" clId="{471F1B04-CC48-49DD-9B3F-7DA0DEC35554}" dt="2026-10-27T20:15:51.994" v="2278" actId="478"/>
          <ac:spMkLst>
            <pc:docMk/>
            <pc:sldMk cId="3400405239" sldId="1530"/>
            <ac:spMk id="15" creationId="{F23ECA9E-9DED-34A9-D44B-98A1194A2D1F}"/>
          </ac:spMkLst>
        </pc:spChg>
        <pc:spChg chg="add mod">
          <ac:chgData name="Dipanshu Tripathi" userId="ff554128-8bd9-4693-9d9c-3cb02e9c56be" providerId="ADAL" clId="{471F1B04-CC48-49DD-9B3F-7DA0DEC35554}" dt="2026-10-27T20:25:34.782" v="2718" actId="12"/>
          <ac:spMkLst>
            <pc:docMk/>
            <pc:sldMk cId="3400405239" sldId="1530"/>
            <ac:spMk id="16" creationId="{A3BAB2AF-7102-B81F-3489-436F2D2D27E2}"/>
          </ac:spMkLst>
        </pc:spChg>
        <pc:spChg chg="del">
          <ac:chgData name="Dipanshu Tripathi" userId="ff554128-8bd9-4693-9d9c-3cb02e9c56be" providerId="ADAL" clId="{471F1B04-CC48-49DD-9B3F-7DA0DEC35554}" dt="2026-10-27T20:15:51.994" v="2278" actId="478"/>
          <ac:spMkLst>
            <pc:docMk/>
            <pc:sldMk cId="3400405239" sldId="1530"/>
            <ac:spMk id="23" creationId="{9D39DF0E-55A8-FE6E-162E-759708BF8CB0}"/>
          </ac:spMkLst>
        </pc:spChg>
      </pc:sldChg>
      <pc:sldChg chg="delSp modSp new mod">
        <pc:chgData name="Dipanshu Tripathi" userId="ff554128-8bd9-4693-9d9c-3cb02e9c56be" providerId="ADAL" clId="{471F1B04-CC48-49DD-9B3F-7DA0DEC35554}" dt="2026-10-27T20:30:32.498" v="2740" actId="20577"/>
        <pc:sldMkLst>
          <pc:docMk/>
          <pc:sldMk cId="3073318132" sldId="1531"/>
        </pc:sldMkLst>
        <pc:spChg chg="mod">
          <ac:chgData name="Dipanshu Tripathi" userId="ff554128-8bd9-4693-9d9c-3cb02e9c56be" providerId="ADAL" clId="{471F1B04-CC48-49DD-9B3F-7DA0DEC35554}" dt="2026-10-27T20:30:32.498" v="2740" actId="20577"/>
          <ac:spMkLst>
            <pc:docMk/>
            <pc:sldMk cId="3073318132" sldId="1531"/>
            <ac:spMk id="2" creationId="{EFCE19C9-1680-D573-6D6E-26122EF0F01C}"/>
          </ac:spMkLst>
        </pc:spChg>
        <pc:spChg chg="del">
          <ac:chgData name="Dipanshu Tripathi" userId="ff554128-8bd9-4693-9d9c-3cb02e9c56be" providerId="ADAL" clId="{471F1B04-CC48-49DD-9B3F-7DA0DEC35554}" dt="2026-10-27T20:27:02.488" v="2735" actId="478"/>
          <ac:spMkLst>
            <pc:docMk/>
            <pc:sldMk cId="3073318132" sldId="1531"/>
            <ac:spMk id="3" creationId="{A048CF87-9488-6B91-F4C3-66D86EDB750D}"/>
          </ac:spMkLst>
        </pc:spChg>
      </pc:sldChg>
    </pc:docChg>
  </pc:docChgLst>
  <pc:docChgLst>
    <pc:chgData name="Dipanshu Tripathi" userId="S::mtai10033.26@bitmesra.ac.in::ff554128-8bd9-4693-9d9c-3cb02e9c56be" providerId="AD" clId="Web-{13491A72-359B-64DD-F4EC-B92DC8718730}"/>
    <pc:docChg chg="addSld delSld modSld">
      <pc:chgData name="Dipanshu Tripathi" userId="S::mtai10033.26@bitmesra.ac.in::ff554128-8bd9-4693-9d9c-3cb02e9c56be" providerId="AD" clId="Web-{13491A72-359B-64DD-F4EC-B92DC8718730}" dt="2026-10-25T09:52:23.707" v="202" actId="1076"/>
      <pc:docMkLst>
        <pc:docMk/>
      </pc:docMkLst>
      <pc:sldChg chg="modSp">
        <pc:chgData name="Dipanshu Tripathi" userId="S::mtai10033.26@bitmesra.ac.in::ff554128-8bd9-4693-9d9c-3cb02e9c56be" providerId="AD" clId="Web-{13491A72-359B-64DD-F4EC-B92DC8718730}" dt="2026-10-25T09:05:02.826" v="26"/>
        <pc:sldMkLst>
          <pc:docMk/>
          <pc:sldMk cId="272877688" sldId="1518"/>
        </pc:sldMkLst>
        <pc:spChg chg="mod">
          <ac:chgData name="Dipanshu Tripathi" userId="S::mtai10033.26@bitmesra.ac.in::ff554128-8bd9-4693-9d9c-3cb02e9c56be" providerId="AD" clId="Web-{13491A72-359B-64DD-F4EC-B92DC8718730}" dt="2026-10-25T09:05:02.811" v="25"/>
          <ac:spMkLst>
            <pc:docMk/>
            <pc:sldMk cId="272877688" sldId="1518"/>
            <ac:spMk id="9" creationId="{39DBFBF2-6954-7A63-CE7A-99E3F0AF7C18}"/>
          </ac:spMkLst>
        </pc:spChg>
        <pc:spChg chg="mod">
          <ac:chgData name="Dipanshu Tripathi" userId="S::mtai10033.26@bitmesra.ac.in::ff554128-8bd9-4693-9d9c-3cb02e9c56be" providerId="AD" clId="Web-{13491A72-359B-64DD-F4EC-B92DC8718730}" dt="2026-10-25T09:05:02.826" v="26"/>
          <ac:spMkLst>
            <pc:docMk/>
            <pc:sldMk cId="272877688" sldId="1518"/>
            <ac:spMk id="15" creationId="{86B7BFC5-AB4F-104C-E490-18BE79CD062C}"/>
          </ac:spMkLst>
        </pc:spChg>
      </pc:sldChg>
    </pc:docChg>
  </pc:docChgLst>
  <pc:docChgLst>
    <pc:chgData name="Dipanshu Tripathi" userId="S::mtai10033.26@bitmesra.ac.in::ff554128-8bd9-4693-9d9c-3cb02e9c56be" providerId="AD" clId="Web-{00000000-0000-0000-0000-000000000000}"/>
    <pc:docChg chg="addSld delSld modSld sldOrd">
      <pc:chgData name="Dipanshu Tripathi" userId="S::mtai10033.26@bitmesra.ac.in::ff554128-8bd9-4693-9d9c-3cb02e9c56be" providerId="AD" clId="Web-{00000000-0000-0000-0000-000000000000}" dt="2026-10-27T18:23:21.200" v="51" actId="1076"/>
      <pc:docMkLst>
        <pc:docMk/>
      </pc:docMkLst>
      <pc:sldChg chg="modSp">
        <pc:chgData name="Dipanshu Tripathi" userId="S::mtai10033.26@bitmesra.ac.in::ff554128-8bd9-4693-9d9c-3cb02e9c56be" providerId="AD" clId="Web-{00000000-0000-0000-0000-000000000000}" dt="2026-10-27T18:23:21.200" v="51" actId="1076"/>
        <pc:sldMkLst>
          <pc:docMk/>
          <pc:sldMk cId="272877688" sldId="1518"/>
        </pc:sldMkLst>
        <pc:spChg chg="mod">
          <ac:chgData name="Dipanshu Tripathi" userId="S::mtai10033.26@bitmesra.ac.in::ff554128-8bd9-4693-9d9c-3cb02e9c56be" providerId="AD" clId="Web-{00000000-0000-0000-0000-000000000000}" dt="2026-10-27T18:23:21.200" v="51" actId="1076"/>
          <ac:spMkLst>
            <pc:docMk/>
            <pc:sldMk cId="272877688" sldId="1518"/>
            <ac:spMk id="17" creationId="{EDBE9433-6F36-86D2-17FC-C1139A772AB1}"/>
          </ac:spMkLst>
        </pc:spChg>
      </pc:sldChg>
      <pc:sldChg chg="addSp delSp modSp add replId">
        <pc:chgData name="Dipanshu Tripathi" userId="S::mtai10033.26@bitmesra.ac.in::ff554128-8bd9-4693-9d9c-3cb02e9c56be" providerId="AD" clId="Web-{00000000-0000-0000-0000-000000000000}" dt="2026-10-25T09:57:38.315" v="48" actId="1076"/>
        <pc:sldMkLst>
          <pc:docMk/>
          <pc:sldMk cId="2523573137" sldId="1521"/>
        </pc:sldMkLst>
        <pc:spChg chg="add mod">
          <ac:chgData name="Dipanshu Tripathi" userId="S::mtai10033.26@bitmesra.ac.in::ff554128-8bd9-4693-9d9c-3cb02e9c56be" providerId="AD" clId="Web-{00000000-0000-0000-0000-000000000000}" dt="2026-10-25T09:57:00.033" v="37"/>
          <ac:spMkLst>
            <pc:docMk/>
            <pc:sldMk cId="2523573137" sldId="1521"/>
            <ac:spMk id="11" creationId="{AF0E7FC1-768F-F102-6DAD-329BFF81E43E}"/>
          </ac:spMkLst>
        </pc:spChg>
        <pc:spChg chg="add">
          <ac:chgData name="Dipanshu Tripathi" userId="S::mtai10033.26@bitmesra.ac.in::ff554128-8bd9-4693-9d9c-3cb02e9c56be" providerId="AD" clId="Web-{00000000-0000-0000-0000-000000000000}" dt="2026-10-25T09:57:00.049" v="39"/>
          <ac:spMkLst>
            <pc:docMk/>
            <pc:sldMk cId="2523573137" sldId="1521"/>
            <ac:spMk id="17" creationId="{573AC02A-1602-DC55-6072-B333AD40CEA9}"/>
          </ac:spMkLst>
        </pc:spChg>
        <pc:spChg chg="add">
          <ac:chgData name="Dipanshu Tripathi" userId="S::mtai10033.26@bitmesra.ac.in::ff554128-8bd9-4693-9d9c-3cb02e9c56be" providerId="AD" clId="Web-{00000000-0000-0000-0000-000000000000}" dt="2026-10-25T09:57:00.049" v="40"/>
          <ac:spMkLst>
            <pc:docMk/>
            <pc:sldMk cId="2523573137" sldId="1521"/>
            <ac:spMk id="19" creationId="{711823D0-C6D0-A225-33D1-AD746B6D755A}"/>
          </ac:spMkLst>
        </pc:spChg>
        <pc:spChg chg="add">
          <ac:chgData name="Dipanshu Tripathi" userId="S::mtai10033.26@bitmesra.ac.in::ff554128-8bd9-4693-9d9c-3cb02e9c56be" providerId="AD" clId="Web-{00000000-0000-0000-0000-000000000000}" dt="2026-10-25T09:57:00.049" v="41"/>
          <ac:spMkLst>
            <pc:docMk/>
            <pc:sldMk cId="2523573137" sldId="1521"/>
            <ac:spMk id="21" creationId="{D18F6A76-D792-83D8-EAA9-051FE942EDC0}"/>
          </ac:spMkLst>
        </pc:spChg>
        <pc:spChg chg="add">
          <ac:chgData name="Dipanshu Tripathi" userId="S::mtai10033.26@bitmesra.ac.in::ff554128-8bd9-4693-9d9c-3cb02e9c56be" providerId="AD" clId="Web-{00000000-0000-0000-0000-000000000000}" dt="2026-10-25T09:57:00.064" v="42"/>
          <ac:spMkLst>
            <pc:docMk/>
            <pc:sldMk cId="2523573137" sldId="1521"/>
            <ac:spMk id="23" creationId="{9D7C469C-D7C1-025F-DBC0-78721405CF2C}"/>
          </ac:spMkLst>
        </pc:spChg>
        <pc:spChg chg="add">
          <ac:chgData name="Dipanshu Tripathi" userId="S::mtai10033.26@bitmesra.ac.in::ff554128-8bd9-4693-9d9c-3cb02e9c56be" providerId="AD" clId="Web-{00000000-0000-0000-0000-000000000000}" dt="2026-10-25T09:57:00.064" v="43"/>
          <ac:spMkLst>
            <pc:docMk/>
            <pc:sldMk cId="2523573137" sldId="1521"/>
            <ac:spMk id="25" creationId="{E2D7DC3F-2835-8804-497B-FDA9469D79CF}"/>
          </ac:spMkLst>
        </pc:spChg>
        <pc:spChg chg="add">
          <ac:chgData name="Dipanshu Tripathi" userId="S::mtai10033.26@bitmesra.ac.in::ff554128-8bd9-4693-9d9c-3cb02e9c56be" providerId="AD" clId="Web-{00000000-0000-0000-0000-000000000000}" dt="2026-10-25T09:57:00.064" v="44"/>
          <ac:spMkLst>
            <pc:docMk/>
            <pc:sldMk cId="2523573137" sldId="1521"/>
            <ac:spMk id="27" creationId="{82229EDB-7269-294C-379C-B042824B86C9}"/>
          </ac:spMkLst>
        </pc:spChg>
        <pc:cxnChg chg="add">
          <ac:chgData name="Dipanshu Tripathi" userId="S::mtai10033.26@bitmesra.ac.in::ff554128-8bd9-4693-9d9c-3cb02e9c56be" providerId="AD" clId="Web-{00000000-0000-0000-0000-000000000000}" dt="2026-10-25T09:57:00.033" v="38"/>
          <ac:cxnSpMkLst>
            <pc:docMk/>
            <pc:sldMk cId="2523573137" sldId="1521"/>
            <ac:cxnSpMk id="15" creationId="{E9D7A6ED-F4FD-A2FC-414D-4E8B6A6EAF37}"/>
          </ac:cxnSpMkLst>
        </pc:cxnChg>
        <pc:cxnChg chg="add mod">
          <ac:chgData name="Dipanshu Tripathi" userId="S::mtai10033.26@bitmesra.ac.in::ff554128-8bd9-4693-9d9c-3cb02e9c56be" providerId="AD" clId="Web-{00000000-0000-0000-0000-000000000000}" dt="2026-10-25T09:57:23.158" v="46" actId="1076"/>
          <ac:cxnSpMkLst>
            <pc:docMk/>
            <pc:sldMk cId="2523573137" sldId="1521"/>
            <ac:cxnSpMk id="29" creationId="{272BEF7D-CEE3-07C0-E3EC-08F8D6F76B56}"/>
          </ac:cxnSpMkLst>
        </pc:cxnChg>
        <pc:cxnChg chg="add mod">
          <ac:chgData name="Dipanshu Tripathi" userId="S::mtai10033.26@bitmesra.ac.in::ff554128-8bd9-4693-9d9c-3cb02e9c56be" providerId="AD" clId="Web-{00000000-0000-0000-0000-000000000000}" dt="2026-10-25T09:57:38.315" v="48" actId="1076"/>
          <ac:cxnSpMkLst>
            <pc:docMk/>
            <pc:sldMk cId="2523573137" sldId="1521"/>
            <ac:cxnSpMk id="31" creationId="{57D401A3-396D-1087-9367-582CC9B31B16}"/>
          </ac:cxnSpMkLst>
        </pc:cxnChg>
      </pc:sldChg>
    </pc:docChg>
  </pc:docChgLst>
  <pc:docChgLst>
    <pc:chgData name="Dipanshu Tripathi" userId="S::mtai10033.26@bitmesra.ac.in::ff554128-8bd9-4693-9d9c-3cb02e9c56be" providerId="AD" clId="Web-{5F70F55D-BFB5-F59F-3569-48134B9CFB10}"/>
    <pc:docChg chg="delSld modSld sldOrd">
      <pc:chgData name="Dipanshu Tripathi" userId="S::mtai10033.26@bitmesra.ac.in::ff554128-8bd9-4693-9d9c-3cb02e9c56be" providerId="AD" clId="Web-{5F70F55D-BFB5-F59F-3569-48134B9CFB10}" dt="2026-10-25T08:33:01.330" v="452" actId="1076"/>
      <pc:docMkLst>
        <pc:docMk/>
      </pc:docMkLst>
      <pc:sldChg chg="addSp delSp modSp ord">
        <pc:chgData name="Dipanshu Tripathi" userId="S::mtai10033.26@bitmesra.ac.in::ff554128-8bd9-4693-9d9c-3cb02e9c56be" providerId="AD" clId="Web-{5F70F55D-BFB5-F59F-3569-48134B9CFB10}" dt="2026-10-25T08:33:01.330" v="452" actId="1076"/>
        <pc:sldMkLst>
          <pc:docMk/>
          <pc:sldMk cId="272877688" sldId="1518"/>
        </pc:sldMkLst>
        <pc:spChg chg="add mod">
          <ac:chgData name="Dipanshu Tripathi" userId="S::mtai10033.26@bitmesra.ac.in::ff554128-8bd9-4693-9d9c-3cb02e9c56be" providerId="AD" clId="Web-{5F70F55D-BFB5-F59F-3569-48134B9CFB10}" dt="2026-10-25T08:28:57.968" v="434" actId="1076"/>
          <ac:spMkLst>
            <pc:docMk/>
            <pc:sldMk cId="272877688" sldId="1518"/>
            <ac:spMk id="9" creationId="{39DBFBF2-6954-7A63-CE7A-99E3F0AF7C18}"/>
          </ac:spMkLst>
        </pc:spChg>
        <pc:spChg chg="add mod">
          <ac:chgData name="Dipanshu Tripathi" userId="S::mtai10033.26@bitmesra.ac.in::ff554128-8bd9-4693-9d9c-3cb02e9c56be" providerId="AD" clId="Web-{5F70F55D-BFB5-F59F-3569-48134B9CFB10}" dt="2026-10-25T08:28:51.234" v="433" actId="1076"/>
          <ac:spMkLst>
            <pc:docMk/>
            <pc:sldMk cId="272877688" sldId="1518"/>
            <ac:spMk id="11" creationId="{E36A3E3E-7963-BB4E-54A4-B1ED014E5016}"/>
          </ac:spMkLst>
        </pc:spChg>
        <pc:spChg chg="add del mod">
          <ac:chgData name="Dipanshu Tripathi" userId="S::mtai10033.26@bitmesra.ac.in::ff554128-8bd9-4693-9d9c-3cb02e9c56be" providerId="AD" clId="Web-{5F70F55D-BFB5-F59F-3569-48134B9CFB10}" dt="2026-10-25T08:28:06.405" v="427" actId="1076"/>
          <ac:spMkLst>
            <pc:docMk/>
            <pc:sldMk cId="272877688" sldId="1518"/>
            <ac:spMk id="15" creationId="{86B7BFC5-AB4F-104C-E490-18BE79CD062C}"/>
          </ac:spMkLst>
        </pc:spChg>
        <pc:spChg chg="add mod">
          <ac:chgData name="Dipanshu Tripathi" userId="S::mtai10033.26@bitmesra.ac.in::ff554128-8bd9-4693-9d9c-3cb02e9c56be" providerId="AD" clId="Web-{5F70F55D-BFB5-F59F-3569-48134B9CFB10}" dt="2026-10-25T08:27:54.671" v="425" actId="1076"/>
          <ac:spMkLst>
            <pc:docMk/>
            <pc:sldMk cId="272877688" sldId="1518"/>
            <ac:spMk id="17" creationId="{EDBE9433-6F36-86D2-17FC-C1139A772AB1}"/>
          </ac:spMkLst>
        </pc:spChg>
        <pc:picChg chg="add mod">
          <ac:chgData name="Dipanshu Tripathi" userId="S::mtai10033.26@bitmesra.ac.in::ff554128-8bd9-4693-9d9c-3cb02e9c56be" providerId="AD" clId="Web-{5F70F55D-BFB5-F59F-3569-48134B9CFB10}" dt="2026-10-25T08:29:15.062" v="437" actId="1076"/>
          <ac:picMkLst>
            <pc:docMk/>
            <pc:sldMk cId="272877688" sldId="1518"/>
            <ac:picMk id="13" creationId="{2EF1CC88-E0CF-FD4F-EB07-B4F43AAA20BC}"/>
          </ac:picMkLst>
        </pc:picChg>
        <pc:picChg chg="add mod">
          <ac:chgData name="Dipanshu Tripathi" userId="S::mtai10033.26@bitmesra.ac.in::ff554128-8bd9-4693-9d9c-3cb02e9c56be" providerId="AD" clId="Web-{5F70F55D-BFB5-F59F-3569-48134B9CFB10}" dt="2026-10-25T08:29:08.640" v="436" actId="1076"/>
          <ac:picMkLst>
            <pc:docMk/>
            <pc:sldMk cId="272877688" sldId="1518"/>
            <ac:picMk id="19" creationId="{4C576245-9307-A3FC-C0C0-44D3085BDB34}"/>
          </ac:picMkLst>
        </pc:picChg>
        <pc:picChg chg="add mod ord modCrop">
          <ac:chgData name="Dipanshu Tripathi" userId="S::mtai10033.26@bitmesra.ac.in::ff554128-8bd9-4693-9d9c-3cb02e9c56be" providerId="AD" clId="Web-{5F70F55D-BFB5-F59F-3569-48134B9CFB10}" dt="2026-10-25T08:33:01.330" v="452" actId="1076"/>
          <ac:picMkLst>
            <pc:docMk/>
            <pc:sldMk cId="272877688" sldId="1518"/>
            <ac:picMk id="32" creationId="{4E21E71F-1D1E-A6BB-2DCD-7BB9C24059DD}"/>
          </ac:picMkLst>
        </pc:picChg>
      </pc:sldChg>
    </pc:docChg>
  </pc:docChgLst>
  <pc:docChgLst>
    <pc:chgData name="Dipanshu Tripathi" userId="S::mtai10033.26@bitmesra.ac.in::ff554128-8bd9-4693-9d9c-3cb02e9c56be" providerId="AD" clId="Web-{3ED07A13-78AD-634F-1291-CACABB3BF9AD}"/>
    <pc:docChg chg="modSld">
      <pc:chgData name="Dipanshu Tripathi" userId="S::mtai10033.26@bitmesra.ac.in::ff554128-8bd9-4693-9d9c-3cb02e9c56be" providerId="AD" clId="Web-{3ED07A13-78AD-634F-1291-CACABB3BF9AD}" dt="2026-10-22T17:45:31.110" v="451" actId="20577"/>
      <pc:docMkLst>
        <pc:docMk/>
      </pc:docMkLst>
      <pc:sldChg chg="modSp">
        <pc:chgData name="Dipanshu Tripathi" userId="S::mtai10033.26@bitmesra.ac.in::ff554128-8bd9-4693-9d9c-3cb02e9c56be" providerId="AD" clId="Web-{3ED07A13-78AD-634F-1291-CACABB3BF9AD}" dt="2026-10-22T16:17:31.038" v="127" actId="20577"/>
        <pc:sldMkLst>
          <pc:docMk/>
          <pc:sldMk cId="1773831372" sldId="1497"/>
        </pc:sldMkLst>
        <pc:spChg chg="mod">
          <ac:chgData name="Dipanshu Tripathi" userId="S::mtai10033.26@bitmesra.ac.in::ff554128-8bd9-4693-9d9c-3cb02e9c56be" providerId="AD" clId="Web-{3ED07A13-78AD-634F-1291-CACABB3BF9AD}" dt="2026-10-22T16:15:36.334" v="117" actId="1076"/>
          <ac:spMkLst>
            <pc:docMk/>
            <pc:sldMk cId="1773831372" sldId="1497"/>
            <ac:spMk id="2" creationId="{1F057989-07E4-B482-9F2A-EBF670F7FA92}"/>
          </ac:spMkLst>
        </pc:spChg>
        <pc:spChg chg="mod">
          <ac:chgData name="Dipanshu Tripathi" userId="S::mtai10033.26@bitmesra.ac.in::ff554128-8bd9-4693-9d9c-3cb02e9c56be" providerId="AD" clId="Web-{3ED07A13-78AD-634F-1291-CACABB3BF9AD}" dt="2026-10-22T16:17:31.038" v="127" actId="20577"/>
          <ac:spMkLst>
            <pc:docMk/>
            <pc:sldMk cId="1773831372" sldId="1497"/>
            <ac:spMk id="3" creationId="{363CF5F8-0028-8636-5006-5D5C52B32774}"/>
          </ac:spMkLst>
        </pc:spChg>
      </pc:sldChg>
      <pc:sldChg chg="addSp delSp modSp mod setBg">
        <pc:chgData name="Dipanshu Tripathi" userId="S::mtai10033.26@bitmesra.ac.in::ff554128-8bd9-4693-9d9c-3cb02e9c56be" providerId="AD" clId="Web-{3ED07A13-78AD-634F-1291-CACABB3BF9AD}" dt="2026-10-22T17:45:31.110" v="451" actId="20577"/>
        <pc:sldMkLst>
          <pc:docMk/>
          <pc:sldMk cId="2002021855" sldId="1514"/>
        </pc:sldMkLst>
        <pc:spChg chg="mod">
          <ac:chgData name="Dipanshu Tripathi" userId="S::mtai10033.26@bitmesra.ac.in::ff554128-8bd9-4693-9d9c-3cb02e9c56be" providerId="AD" clId="Web-{3ED07A13-78AD-634F-1291-CACABB3BF9AD}" dt="2026-10-22T17:31:50.916" v="266" actId="1076"/>
          <ac:spMkLst>
            <pc:docMk/>
            <pc:sldMk cId="2002021855" sldId="1514"/>
            <ac:spMk id="2" creationId="{F31FB56E-1A01-8D29-F217-638F3BEF697B}"/>
          </ac:spMkLst>
        </pc:spChg>
        <pc:spChg chg="add mod">
          <ac:chgData name="Dipanshu Tripathi" userId="S::mtai10033.26@bitmesra.ac.in::ff554128-8bd9-4693-9d9c-3cb02e9c56be" providerId="AD" clId="Web-{3ED07A13-78AD-634F-1291-CACABB3BF9AD}" dt="2026-10-22T17:29:20.832" v="233" actId="1076"/>
          <ac:spMkLst>
            <pc:docMk/>
            <pc:sldMk cId="2002021855" sldId="1514"/>
            <ac:spMk id="5" creationId="{C03D418B-9165-B840-00F1-CB148B85CCCF}"/>
          </ac:spMkLst>
        </pc:spChg>
        <pc:spChg chg="add del">
          <ac:chgData name="Dipanshu Tripathi" userId="S::mtai10033.26@bitmesra.ac.in::ff554128-8bd9-4693-9d9c-3cb02e9c56be" providerId="AD" clId="Web-{3ED07A13-78AD-634F-1291-CACABB3BF9AD}" dt="2026-10-22T17:28:27.769" v="225"/>
          <ac:spMkLst>
            <pc:docMk/>
            <pc:sldMk cId="2002021855" sldId="1514"/>
            <ac:spMk id="6" creationId="{0D7DDF6E-6BC4-E1AE-3E67-32F6CDBB1C86}"/>
          </ac:spMkLst>
        </pc:spChg>
        <pc:spChg chg="add mod">
          <ac:chgData name="Dipanshu Tripathi" userId="S::mtai10033.26@bitmesra.ac.in::ff554128-8bd9-4693-9d9c-3cb02e9c56be" providerId="AD" clId="Web-{3ED07A13-78AD-634F-1291-CACABB3BF9AD}" dt="2026-10-22T17:41:13.497" v="381" actId="20577"/>
          <ac:spMkLst>
            <pc:docMk/>
            <pc:sldMk cId="2002021855" sldId="1514"/>
            <ac:spMk id="9" creationId="{5188482C-37EB-65E4-63FF-63418D6920E5}"/>
          </ac:spMkLst>
        </pc:spChg>
        <pc:spChg chg="add mod">
          <ac:chgData name="Dipanshu Tripathi" userId="S::mtai10033.26@bitmesra.ac.in::ff554128-8bd9-4693-9d9c-3cb02e9c56be" providerId="AD" clId="Web-{3ED07A13-78AD-634F-1291-CACABB3BF9AD}" dt="2026-10-22T17:45:31.110" v="451" actId="20577"/>
          <ac:spMkLst>
            <pc:docMk/>
            <pc:sldMk cId="2002021855" sldId="1514"/>
            <ac:spMk id="13" creationId="{52D20BD3-D97D-FECA-C8D1-5C4A30D4676A}"/>
          </ac:spMkLst>
        </pc:spChg>
        <pc:cxnChg chg="add mod">
          <ac:chgData name="Dipanshu Tripathi" userId="S::mtai10033.26@bitmesra.ac.in::ff554128-8bd9-4693-9d9c-3cb02e9c56be" providerId="AD" clId="Web-{3ED07A13-78AD-634F-1291-CACABB3BF9AD}" dt="2026-10-22T17:33:40.604" v="280" actId="14100"/>
          <ac:cxnSpMkLst>
            <pc:docMk/>
            <pc:sldMk cId="2002021855" sldId="1514"/>
            <ac:cxnSpMk id="8" creationId="{04BEB163-1352-EEEB-7CDC-D71ADB1D19F5}"/>
          </ac:cxnSpMkLst>
        </pc:cxnChg>
        <pc:cxnChg chg="add mod">
          <ac:chgData name="Dipanshu Tripathi" userId="S::mtai10033.26@bitmesra.ac.in::ff554128-8bd9-4693-9d9c-3cb02e9c56be" providerId="AD" clId="Web-{3ED07A13-78AD-634F-1291-CACABB3BF9AD}" dt="2026-10-22T17:44:19.015" v="388" actId="1076"/>
          <ac:cxnSpMkLst>
            <pc:docMk/>
            <pc:sldMk cId="2002021855" sldId="1514"/>
            <ac:cxnSpMk id="12" creationId="{5AD1C5DC-9D40-58F1-4106-992149C47C94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85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515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97C8E-3ADE-C60D-C8BC-5AF5F8D4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F866D-6E44-2B2F-96FF-C471366C1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11DC8-4AA2-4C74-A407-5AF321960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A3946-6680-9C3D-ECA8-47A4890A8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43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4.xml"/><Relationship Id="rId6" Type="http://schemas.microsoft.com/office/2007/relationships/hdphoto" Target="../media/hdphoto2.wdp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147" y="2589217"/>
            <a:ext cx="8686801" cy="2565902"/>
          </a:xfrm>
        </p:spPr>
        <p:txBody>
          <a:bodyPr>
            <a:normAutofit/>
          </a:bodyPr>
          <a:lstStyle/>
          <a:p>
            <a:r>
              <a:rPr lang="en-US" b="1" i="1" dirty="0"/>
              <a:t>Trust-Issues</a:t>
            </a:r>
            <a:br>
              <a:rPr lang="en-US" sz="2400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44932" y="4974796"/>
            <a:ext cx="5297529" cy="11227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dirty="0">
                <a:latin typeface="Lora"/>
                <a:cs typeface="Poppins Light"/>
              </a:rPr>
              <a:t>Ashutosh Nayak (MT/AI/10024/26)</a:t>
            </a:r>
          </a:p>
          <a:p>
            <a:r>
              <a:rPr lang="en-US" sz="1800" b="1" dirty="0">
                <a:latin typeface="Lora"/>
                <a:cs typeface="Poppins Light"/>
              </a:rPr>
              <a:t>Dipanshu Tripathi (MT/AI/10033/26)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E99CA7E-3806-BDA5-7876-BB13DAAE5681}"/>
              </a:ext>
            </a:extLst>
          </p:cNvPr>
          <p:cNvSpPr txBox="1">
            <a:spLocks/>
          </p:cNvSpPr>
          <p:nvPr/>
        </p:nvSpPr>
        <p:spPr>
          <a:xfrm>
            <a:off x="1988359" y="2402786"/>
            <a:ext cx="8686801" cy="25659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6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cap="none" dirty="0"/>
              <a:t>Text Versus  Metadata  In The Detection Of Fraudulent E-commerce Reviews.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7077101" cy="594123"/>
          </a:xfrm>
        </p:spPr>
        <p:txBody>
          <a:bodyPr/>
          <a:lstStyle/>
          <a:p>
            <a:r>
              <a:rPr lang="en-US" dirty="0"/>
              <a:t>Real World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D418B-9165-B840-00F1-CB148B85CCCF}"/>
              </a:ext>
            </a:extLst>
          </p:cNvPr>
          <p:cNvSpPr txBox="1"/>
          <p:nvPr/>
        </p:nvSpPr>
        <p:spPr>
          <a:xfrm>
            <a:off x="4757057" y="1981200"/>
            <a:ext cx="2688772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800" dirty="0">
                <a:solidFill>
                  <a:srgbClr val="6155F9"/>
                </a:solidFill>
                <a:latin typeface="Lora"/>
              </a:rPr>
              <a:t>98</a:t>
            </a:r>
            <a:r>
              <a:rPr lang="en-US" sz="8800" b="0" i="0" u="none" strike="noStrike" baseline="0" dirty="0">
                <a:solidFill>
                  <a:srgbClr val="6155F9"/>
                </a:solidFill>
                <a:latin typeface="Lora"/>
              </a:rPr>
              <a:t>%</a:t>
            </a:r>
            <a:r>
              <a:rPr sz="8800" b="0" i="0" dirty="0">
                <a:solidFill>
                  <a:srgbClr val="6155F9"/>
                </a:solidFill>
                <a:latin typeface="Lora"/>
                <a:ea typeface="Lora"/>
                <a:cs typeface="Lora"/>
              </a:rPr>
              <a:t>​</a:t>
            </a:r>
            <a:endParaRPr lang="en-US" sz="8800" dirty="0">
              <a:solidFill>
                <a:srgbClr val="6155F9"/>
              </a:solidFill>
              <a:cs typeface="Poppi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DDF6E-6BC4-E1AE-3E67-32F6CDBB1C86}"/>
              </a:ext>
            </a:extLst>
          </p:cNvPr>
          <p:cNvSpPr txBox="1"/>
          <p:nvPr/>
        </p:nvSpPr>
        <p:spPr>
          <a:xfrm>
            <a:off x="3391852" y="3728234"/>
            <a:ext cx="2957358" cy="5886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BEB163-1352-EEEB-7CDC-D71ADB1D19F5}"/>
              </a:ext>
            </a:extLst>
          </p:cNvPr>
          <p:cNvCxnSpPr/>
          <p:nvPr/>
        </p:nvCxnSpPr>
        <p:spPr>
          <a:xfrm flipV="1">
            <a:off x="1107304" y="1491268"/>
            <a:ext cx="2189095" cy="12241"/>
          </a:xfrm>
          <a:prstGeom prst="straightConnector1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188482C-37EB-65E4-63FF-63418D6920E5}"/>
              </a:ext>
            </a:extLst>
          </p:cNvPr>
          <p:cNvSpPr txBox="1"/>
          <p:nvPr/>
        </p:nvSpPr>
        <p:spPr>
          <a:xfrm>
            <a:off x="2802440" y="3427918"/>
            <a:ext cx="658585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Lora"/>
                <a:cs typeface="Poppins Light"/>
              </a:rPr>
              <a:t>Consumers relying on reviews for online purchase.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D1C5DC-9D40-58F1-4106-992149C47C94}"/>
              </a:ext>
            </a:extLst>
          </p:cNvPr>
          <p:cNvCxnSpPr/>
          <p:nvPr/>
        </p:nvCxnSpPr>
        <p:spPr>
          <a:xfrm flipH="1" flipV="1">
            <a:off x="6160752" y="4323021"/>
            <a:ext cx="6259" cy="1767641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2D20BD3-D97D-FECA-C8D1-5C4A30D4676A}"/>
              </a:ext>
            </a:extLst>
          </p:cNvPr>
          <p:cNvSpPr txBox="1"/>
          <p:nvPr/>
        </p:nvSpPr>
        <p:spPr>
          <a:xfrm>
            <a:off x="1296575" y="4475183"/>
            <a:ext cx="471328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Lora"/>
                <a:cs typeface="Poppins Light"/>
              </a:rPr>
              <a:t>The Threat :</a:t>
            </a:r>
          </a:p>
          <a:p>
            <a:r>
              <a:rPr lang="en-US" dirty="0">
                <a:latin typeface="Lora"/>
                <a:cs typeface="Poppins Light"/>
              </a:rPr>
              <a:t>Coordinated product review manipulation, bot-generated spam and competitor sabotage.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679DD-C2EF-08CA-8053-A1669900AA0D}"/>
              </a:ext>
            </a:extLst>
          </p:cNvPr>
          <p:cNvSpPr txBox="1"/>
          <p:nvPr/>
        </p:nvSpPr>
        <p:spPr>
          <a:xfrm>
            <a:off x="6388893" y="4475183"/>
            <a:ext cx="421800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Lora"/>
                <a:cs typeface="Poppins Light"/>
              </a:rPr>
              <a:t>The Challenge :</a:t>
            </a:r>
          </a:p>
          <a:p>
            <a:r>
              <a:rPr lang="en-US" dirty="0">
                <a:latin typeface="Lora"/>
                <a:cs typeface="Poppins Light"/>
              </a:rPr>
              <a:t>Modern fake reviews are linguistically indistinguishable from genuine ones.</a:t>
            </a:r>
            <a:endParaRPr lang="en-US" dirty="0">
              <a:latin typeface="Lora"/>
            </a:endParaRPr>
          </a:p>
        </p:txBody>
      </p:sp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9DBFBF2-6954-7A63-CE7A-99E3F0AF7C18}"/>
              </a:ext>
            </a:extLst>
          </p:cNvPr>
          <p:cNvSpPr txBox="1">
            <a:spLocks/>
          </p:cNvSpPr>
          <p:nvPr/>
        </p:nvSpPr>
        <p:spPr>
          <a:xfrm>
            <a:off x="1105656" y="703037"/>
            <a:ext cx="7980817" cy="11595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1800" b="0" kern="1200" cap="none" spc="5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4500" dirty="0">
                <a:solidFill>
                  <a:srgbClr val="000000"/>
                </a:solidFill>
                <a:latin typeface="Lora"/>
              </a:rPr>
              <a:t>Research Question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6A3E3E-7963-BB4E-54A4-B1ED014E5016}"/>
              </a:ext>
            </a:extLst>
          </p:cNvPr>
          <p:cNvSpPr txBox="1"/>
          <p:nvPr/>
        </p:nvSpPr>
        <p:spPr>
          <a:xfrm>
            <a:off x="1451024" y="1882338"/>
            <a:ext cx="615298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i="1" dirty="0">
                <a:solidFill>
                  <a:srgbClr val="000000"/>
                </a:solidFill>
                <a:latin typeface="Lora"/>
                <a:cs typeface="Poppins Light"/>
              </a:rPr>
              <a:t>Does Incorporating metadata features improve the performance of text based fake review detection models?</a:t>
            </a:r>
          </a:p>
        </p:txBody>
      </p:sp>
      <p:pic>
        <p:nvPicPr>
          <p:cNvPr id="13" name="Picture 12" descr="A light bulb with a pencil in it&#10;&#10;AI-generated content may be incorrect.">
            <a:extLst>
              <a:ext uri="{FF2B5EF4-FFF2-40B4-BE49-F238E27FC236}">
                <a16:creationId xmlns:a16="http://schemas.microsoft.com/office/drawing/2014/main" id="{2EF1CC88-E0CF-FD4F-EB07-B4F43AAA2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contrast="9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92450" y="3474370"/>
            <a:ext cx="551392" cy="65541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6B7BFC5-AB4F-104C-E490-18BE79CD062C}"/>
              </a:ext>
            </a:extLst>
          </p:cNvPr>
          <p:cNvSpPr txBox="1">
            <a:spLocks/>
          </p:cNvSpPr>
          <p:nvPr/>
        </p:nvSpPr>
        <p:spPr>
          <a:xfrm>
            <a:off x="1559530" y="3073704"/>
            <a:ext cx="7980817" cy="11595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500" b="0" kern="1200" cap="all" spc="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cap="none" dirty="0">
                <a:solidFill>
                  <a:srgbClr val="000000"/>
                </a:solidFill>
                <a:latin typeface="Lora"/>
                <a:cs typeface="Poppins Light"/>
              </a:rPr>
              <a:t>Hypothesis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E9433-6F36-86D2-17FC-C1139A772AB1}"/>
              </a:ext>
            </a:extLst>
          </p:cNvPr>
          <p:cNvSpPr txBox="1"/>
          <p:nvPr/>
        </p:nvSpPr>
        <p:spPr>
          <a:xfrm>
            <a:off x="1783157" y="4385548"/>
            <a:ext cx="6979926" cy="1200329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i="1" dirty="0">
                <a:solidFill>
                  <a:srgbClr val="000000"/>
                </a:solidFill>
                <a:latin typeface="Lora"/>
                <a:cs typeface="Poppins Light"/>
              </a:rPr>
              <a:t>Relying solely on text fails against generative bots. Fusing text features with </a:t>
            </a:r>
            <a:r>
              <a:rPr lang="en-US" sz="2400" i="1" dirty="0">
                <a:solidFill>
                  <a:srgbClr val="000000"/>
                </a:solidFill>
                <a:latin typeface="Lora" pitchFamily="2" charset="0"/>
                <a:cs typeface="Poppins Light"/>
              </a:rPr>
              <a:t>behavioral</a:t>
            </a:r>
            <a:r>
              <a:rPr lang="en-US" sz="2400" i="1" dirty="0">
                <a:solidFill>
                  <a:srgbClr val="000000"/>
                </a:solidFill>
                <a:latin typeface="Lora"/>
                <a:cs typeface="Poppins Light"/>
              </a:rPr>
              <a:t> inconsistencies yields higher detection accuracy.</a:t>
            </a:r>
          </a:p>
        </p:txBody>
      </p:sp>
      <p:pic>
        <p:nvPicPr>
          <p:cNvPr id="19" name="Picture 18" descr="A question mark in a circle&#10;&#10;AI-generated content may be incorrect.">
            <a:extLst>
              <a:ext uri="{FF2B5EF4-FFF2-40B4-BE49-F238E27FC236}">
                <a16:creationId xmlns:a16="http://schemas.microsoft.com/office/drawing/2014/main" id="{4C576245-9307-A3FC-C0C0-44D3085BDB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  <a14:imgEffect>
                      <a14:brightnessContrast bright="-1000" contrast="9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08384" y="1163713"/>
            <a:ext cx="552450" cy="5524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E21E71F-1D1E-A6BB-2DCD-7BB9C24059D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118000"/>
                    </a14:imgEffect>
                    <a14:imgEffect>
                      <a14:brightnessContrast bright="3000" contrast="1000"/>
                    </a14:imgEffect>
                  </a14:imgLayer>
                </a14:imgProps>
              </a:ext>
            </a:extLst>
          </a:blip>
          <a:srcRect t="-125" r="5991" b="125"/>
          <a:stretch>
            <a:fillRect/>
          </a:stretch>
        </p:blipFill>
        <p:spPr>
          <a:xfrm>
            <a:off x="8089261" y="361139"/>
            <a:ext cx="3920063" cy="61357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1">
                <a:lumMod val="8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580847373">
                  <a:custGeom>
                    <a:avLst/>
                    <a:gdLst>
                      <a:gd name="csX0" fmla="*/ 0 w 4293624"/>
                      <a:gd name="csY0" fmla="*/ 368994 h 6720424"/>
                      <a:gd name="csX1" fmla="*/ 368994 w 4293624"/>
                      <a:gd name="csY1" fmla="*/ 0 h 6720424"/>
                      <a:gd name="csX2" fmla="*/ 890487 w 4293624"/>
                      <a:gd name="csY2" fmla="*/ 0 h 6720424"/>
                      <a:gd name="csX3" fmla="*/ 1376424 w 4293624"/>
                      <a:gd name="csY3" fmla="*/ 0 h 6720424"/>
                      <a:gd name="csX4" fmla="*/ 1969030 w 4293624"/>
                      <a:gd name="csY4" fmla="*/ 0 h 6720424"/>
                      <a:gd name="csX5" fmla="*/ 2597193 w 4293624"/>
                      <a:gd name="csY5" fmla="*/ 0 h 6720424"/>
                      <a:gd name="csX6" fmla="*/ 3083129 w 4293624"/>
                      <a:gd name="csY6" fmla="*/ 0 h 6720424"/>
                      <a:gd name="csX7" fmla="*/ 3924630 w 4293624"/>
                      <a:gd name="csY7" fmla="*/ 0 h 6720424"/>
                      <a:gd name="csX8" fmla="*/ 4293624 w 4293624"/>
                      <a:gd name="csY8" fmla="*/ 368994 h 6720424"/>
                      <a:gd name="csX9" fmla="*/ 4293624 w 4293624"/>
                      <a:gd name="csY9" fmla="*/ 1153358 h 6720424"/>
                      <a:gd name="csX10" fmla="*/ 4293624 w 4293624"/>
                      <a:gd name="csY10" fmla="*/ 1877897 h 6720424"/>
                      <a:gd name="csX11" fmla="*/ 4293624 w 4293624"/>
                      <a:gd name="csY11" fmla="*/ 2602437 h 6720424"/>
                      <a:gd name="csX12" fmla="*/ 4293624 w 4293624"/>
                      <a:gd name="csY12" fmla="*/ 3386801 h 6720424"/>
                      <a:gd name="csX13" fmla="*/ 4293624 w 4293624"/>
                      <a:gd name="csY13" fmla="*/ 4111340 h 6720424"/>
                      <a:gd name="csX14" fmla="*/ 4293624 w 4293624"/>
                      <a:gd name="csY14" fmla="*/ 4656406 h 6720424"/>
                      <a:gd name="csX15" fmla="*/ 4293624 w 4293624"/>
                      <a:gd name="csY15" fmla="*/ 5261297 h 6720424"/>
                      <a:gd name="csX16" fmla="*/ 4293624 w 4293624"/>
                      <a:gd name="csY16" fmla="*/ 6351430 h 6720424"/>
                      <a:gd name="csX17" fmla="*/ 3924630 w 4293624"/>
                      <a:gd name="csY17" fmla="*/ 6720424 h 6720424"/>
                      <a:gd name="csX18" fmla="*/ 3367580 w 4293624"/>
                      <a:gd name="csY18" fmla="*/ 6720424 h 6720424"/>
                      <a:gd name="csX19" fmla="*/ 2703862 w 4293624"/>
                      <a:gd name="csY19" fmla="*/ 6720424 h 6720424"/>
                      <a:gd name="csX20" fmla="*/ 2040143 w 4293624"/>
                      <a:gd name="csY20" fmla="*/ 6720424 h 6720424"/>
                      <a:gd name="csX21" fmla="*/ 1376424 w 4293624"/>
                      <a:gd name="csY21" fmla="*/ 6720424 h 6720424"/>
                      <a:gd name="csX22" fmla="*/ 890487 w 4293624"/>
                      <a:gd name="csY22" fmla="*/ 6720424 h 6720424"/>
                      <a:gd name="csX23" fmla="*/ 368994 w 4293624"/>
                      <a:gd name="csY23" fmla="*/ 6720424 h 6720424"/>
                      <a:gd name="csX24" fmla="*/ 0 w 4293624"/>
                      <a:gd name="csY24" fmla="*/ 6351430 h 6720424"/>
                      <a:gd name="csX25" fmla="*/ 0 w 4293624"/>
                      <a:gd name="csY25" fmla="*/ 5626891 h 6720424"/>
                      <a:gd name="csX26" fmla="*/ 0 w 4293624"/>
                      <a:gd name="csY26" fmla="*/ 5081824 h 6720424"/>
                      <a:gd name="csX27" fmla="*/ 0 w 4293624"/>
                      <a:gd name="csY27" fmla="*/ 4297460 h 6720424"/>
                      <a:gd name="csX28" fmla="*/ 0 w 4293624"/>
                      <a:gd name="csY28" fmla="*/ 3632745 h 6720424"/>
                      <a:gd name="csX29" fmla="*/ 0 w 4293624"/>
                      <a:gd name="csY29" fmla="*/ 2908206 h 6720424"/>
                      <a:gd name="csX30" fmla="*/ 0 w 4293624"/>
                      <a:gd name="csY30" fmla="*/ 2183666 h 6720424"/>
                      <a:gd name="csX31" fmla="*/ 0 w 4293624"/>
                      <a:gd name="csY31" fmla="*/ 1518951 h 6720424"/>
                      <a:gd name="csX32" fmla="*/ 0 w 4293624"/>
                      <a:gd name="csY32" fmla="*/ 1033709 h 6720424"/>
                      <a:gd name="csX33" fmla="*/ 0 w 4293624"/>
                      <a:gd name="csY33" fmla="*/ 368994 h 67204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</a:cxnLst>
                    <a:rect l="l" t="t" r="r" b="b"/>
                    <a:pathLst>
                      <a:path w="4293624" h="6720424" fill="none" extrusionOk="0">
                        <a:moveTo>
                          <a:pt x="0" y="368994"/>
                        </a:moveTo>
                        <a:cubicBezTo>
                          <a:pt x="35328" y="166493"/>
                          <a:pt x="203680" y="20144"/>
                          <a:pt x="368994" y="0"/>
                        </a:cubicBezTo>
                        <a:cubicBezTo>
                          <a:pt x="577262" y="4366"/>
                          <a:pt x="734828" y="-12132"/>
                          <a:pt x="890487" y="0"/>
                        </a:cubicBezTo>
                        <a:cubicBezTo>
                          <a:pt x="1046146" y="12132"/>
                          <a:pt x="1151427" y="3456"/>
                          <a:pt x="1376424" y="0"/>
                        </a:cubicBezTo>
                        <a:cubicBezTo>
                          <a:pt x="1601421" y="-3456"/>
                          <a:pt x="1720149" y="-23925"/>
                          <a:pt x="1969030" y="0"/>
                        </a:cubicBezTo>
                        <a:cubicBezTo>
                          <a:pt x="2217911" y="23925"/>
                          <a:pt x="2374628" y="29101"/>
                          <a:pt x="2597193" y="0"/>
                        </a:cubicBezTo>
                        <a:cubicBezTo>
                          <a:pt x="2819758" y="-29101"/>
                          <a:pt x="2860801" y="13051"/>
                          <a:pt x="3083129" y="0"/>
                        </a:cubicBezTo>
                        <a:cubicBezTo>
                          <a:pt x="3305457" y="-13051"/>
                          <a:pt x="3507821" y="-10893"/>
                          <a:pt x="3924630" y="0"/>
                        </a:cubicBezTo>
                        <a:cubicBezTo>
                          <a:pt x="4132041" y="7097"/>
                          <a:pt x="4271723" y="130103"/>
                          <a:pt x="4293624" y="368994"/>
                        </a:cubicBezTo>
                        <a:cubicBezTo>
                          <a:pt x="4260398" y="585651"/>
                          <a:pt x="4293115" y="943225"/>
                          <a:pt x="4293624" y="1153358"/>
                        </a:cubicBezTo>
                        <a:cubicBezTo>
                          <a:pt x="4294133" y="1363491"/>
                          <a:pt x="4328534" y="1585461"/>
                          <a:pt x="4293624" y="1877897"/>
                        </a:cubicBezTo>
                        <a:cubicBezTo>
                          <a:pt x="4258714" y="2170333"/>
                          <a:pt x="4286813" y="2357520"/>
                          <a:pt x="4293624" y="2602437"/>
                        </a:cubicBezTo>
                        <a:cubicBezTo>
                          <a:pt x="4300435" y="2847354"/>
                          <a:pt x="4317522" y="3200389"/>
                          <a:pt x="4293624" y="3386801"/>
                        </a:cubicBezTo>
                        <a:cubicBezTo>
                          <a:pt x="4269726" y="3573213"/>
                          <a:pt x="4261469" y="3810623"/>
                          <a:pt x="4293624" y="4111340"/>
                        </a:cubicBezTo>
                        <a:cubicBezTo>
                          <a:pt x="4325779" y="4412057"/>
                          <a:pt x="4273375" y="4516955"/>
                          <a:pt x="4293624" y="4656406"/>
                        </a:cubicBezTo>
                        <a:cubicBezTo>
                          <a:pt x="4313873" y="4795857"/>
                          <a:pt x="4283175" y="5116502"/>
                          <a:pt x="4293624" y="5261297"/>
                        </a:cubicBezTo>
                        <a:cubicBezTo>
                          <a:pt x="4304073" y="5406092"/>
                          <a:pt x="4252609" y="6091247"/>
                          <a:pt x="4293624" y="6351430"/>
                        </a:cubicBezTo>
                        <a:cubicBezTo>
                          <a:pt x="4305428" y="6565715"/>
                          <a:pt x="4101074" y="6727971"/>
                          <a:pt x="3924630" y="6720424"/>
                        </a:cubicBezTo>
                        <a:cubicBezTo>
                          <a:pt x="3741918" y="6734379"/>
                          <a:pt x="3515342" y="6730891"/>
                          <a:pt x="3367580" y="6720424"/>
                        </a:cubicBezTo>
                        <a:cubicBezTo>
                          <a:pt x="3219818" y="6709958"/>
                          <a:pt x="3019791" y="6704783"/>
                          <a:pt x="2703862" y="6720424"/>
                        </a:cubicBezTo>
                        <a:cubicBezTo>
                          <a:pt x="2387933" y="6736065"/>
                          <a:pt x="2183540" y="6725735"/>
                          <a:pt x="2040143" y="6720424"/>
                        </a:cubicBezTo>
                        <a:cubicBezTo>
                          <a:pt x="1896746" y="6715113"/>
                          <a:pt x="1551706" y="6728355"/>
                          <a:pt x="1376424" y="6720424"/>
                        </a:cubicBezTo>
                        <a:cubicBezTo>
                          <a:pt x="1201142" y="6712493"/>
                          <a:pt x="1106859" y="6696182"/>
                          <a:pt x="890487" y="6720424"/>
                        </a:cubicBezTo>
                        <a:cubicBezTo>
                          <a:pt x="674115" y="6744666"/>
                          <a:pt x="543840" y="6695336"/>
                          <a:pt x="368994" y="6720424"/>
                        </a:cubicBezTo>
                        <a:cubicBezTo>
                          <a:pt x="208869" y="6739174"/>
                          <a:pt x="-21706" y="6556167"/>
                          <a:pt x="0" y="6351430"/>
                        </a:cubicBezTo>
                        <a:cubicBezTo>
                          <a:pt x="-11679" y="6171144"/>
                          <a:pt x="-33500" y="5985305"/>
                          <a:pt x="0" y="5626891"/>
                        </a:cubicBezTo>
                        <a:cubicBezTo>
                          <a:pt x="33500" y="5268477"/>
                          <a:pt x="1060" y="5200175"/>
                          <a:pt x="0" y="5081824"/>
                        </a:cubicBezTo>
                        <a:cubicBezTo>
                          <a:pt x="-1060" y="4963473"/>
                          <a:pt x="37141" y="4547327"/>
                          <a:pt x="0" y="4297460"/>
                        </a:cubicBezTo>
                        <a:cubicBezTo>
                          <a:pt x="-37141" y="4047593"/>
                          <a:pt x="-3656" y="3774023"/>
                          <a:pt x="0" y="3632745"/>
                        </a:cubicBezTo>
                        <a:cubicBezTo>
                          <a:pt x="3656" y="3491467"/>
                          <a:pt x="15537" y="3180019"/>
                          <a:pt x="0" y="2908206"/>
                        </a:cubicBezTo>
                        <a:cubicBezTo>
                          <a:pt x="-15537" y="2636393"/>
                          <a:pt x="11154" y="2344341"/>
                          <a:pt x="0" y="2183666"/>
                        </a:cubicBezTo>
                        <a:cubicBezTo>
                          <a:pt x="-11154" y="2022991"/>
                          <a:pt x="-3421" y="1843676"/>
                          <a:pt x="0" y="1518951"/>
                        </a:cubicBezTo>
                        <a:cubicBezTo>
                          <a:pt x="3421" y="1194227"/>
                          <a:pt x="-20613" y="1272155"/>
                          <a:pt x="0" y="1033709"/>
                        </a:cubicBezTo>
                        <a:cubicBezTo>
                          <a:pt x="20613" y="795263"/>
                          <a:pt x="-11472" y="591191"/>
                          <a:pt x="0" y="368994"/>
                        </a:cubicBezTo>
                        <a:close/>
                      </a:path>
                      <a:path w="4293624" h="6720424" stroke="0" extrusionOk="0">
                        <a:moveTo>
                          <a:pt x="0" y="368994"/>
                        </a:moveTo>
                        <a:cubicBezTo>
                          <a:pt x="4765" y="169571"/>
                          <a:pt x="132966" y="12771"/>
                          <a:pt x="368994" y="0"/>
                        </a:cubicBezTo>
                        <a:cubicBezTo>
                          <a:pt x="483669" y="21245"/>
                          <a:pt x="713227" y="23156"/>
                          <a:pt x="854931" y="0"/>
                        </a:cubicBezTo>
                        <a:cubicBezTo>
                          <a:pt x="996635" y="-23156"/>
                          <a:pt x="1378191" y="-24167"/>
                          <a:pt x="1518650" y="0"/>
                        </a:cubicBezTo>
                        <a:cubicBezTo>
                          <a:pt x="1659109" y="24167"/>
                          <a:pt x="1763546" y="13211"/>
                          <a:pt x="2004587" y="0"/>
                        </a:cubicBezTo>
                        <a:cubicBezTo>
                          <a:pt x="2245628" y="-13211"/>
                          <a:pt x="2296069" y="-8971"/>
                          <a:pt x="2561636" y="0"/>
                        </a:cubicBezTo>
                        <a:cubicBezTo>
                          <a:pt x="2827203" y="8971"/>
                          <a:pt x="2931804" y="-24297"/>
                          <a:pt x="3083129" y="0"/>
                        </a:cubicBezTo>
                        <a:cubicBezTo>
                          <a:pt x="3234454" y="24297"/>
                          <a:pt x="3652310" y="29328"/>
                          <a:pt x="3924630" y="0"/>
                        </a:cubicBezTo>
                        <a:cubicBezTo>
                          <a:pt x="4132672" y="-2640"/>
                          <a:pt x="4318697" y="151300"/>
                          <a:pt x="4293624" y="368994"/>
                        </a:cubicBezTo>
                        <a:cubicBezTo>
                          <a:pt x="4320930" y="711487"/>
                          <a:pt x="4266476" y="940959"/>
                          <a:pt x="4293624" y="1093533"/>
                        </a:cubicBezTo>
                        <a:cubicBezTo>
                          <a:pt x="4320772" y="1246107"/>
                          <a:pt x="4303519" y="1342553"/>
                          <a:pt x="4293624" y="1578776"/>
                        </a:cubicBezTo>
                        <a:cubicBezTo>
                          <a:pt x="4283729" y="1814999"/>
                          <a:pt x="4309737" y="2137268"/>
                          <a:pt x="4293624" y="2363139"/>
                        </a:cubicBezTo>
                        <a:cubicBezTo>
                          <a:pt x="4277511" y="2589010"/>
                          <a:pt x="4305932" y="2698824"/>
                          <a:pt x="4293624" y="3027854"/>
                        </a:cubicBezTo>
                        <a:cubicBezTo>
                          <a:pt x="4281316" y="3356884"/>
                          <a:pt x="4261696" y="3512033"/>
                          <a:pt x="4293624" y="3752394"/>
                        </a:cubicBezTo>
                        <a:cubicBezTo>
                          <a:pt x="4325552" y="3992755"/>
                          <a:pt x="4293616" y="4020564"/>
                          <a:pt x="4293624" y="4237636"/>
                        </a:cubicBezTo>
                        <a:cubicBezTo>
                          <a:pt x="4293632" y="4454708"/>
                          <a:pt x="4316381" y="4539353"/>
                          <a:pt x="4293624" y="4782702"/>
                        </a:cubicBezTo>
                        <a:cubicBezTo>
                          <a:pt x="4270867" y="5026051"/>
                          <a:pt x="4294321" y="5308890"/>
                          <a:pt x="4293624" y="5507242"/>
                        </a:cubicBezTo>
                        <a:cubicBezTo>
                          <a:pt x="4292927" y="5705594"/>
                          <a:pt x="4271461" y="6078909"/>
                          <a:pt x="4293624" y="6351430"/>
                        </a:cubicBezTo>
                        <a:cubicBezTo>
                          <a:pt x="4291507" y="6542456"/>
                          <a:pt x="4115309" y="6703992"/>
                          <a:pt x="3924630" y="6720424"/>
                        </a:cubicBezTo>
                        <a:cubicBezTo>
                          <a:pt x="3750473" y="6742341"/>
                          <a:pt x="3613780" y="6697261"/>
                          <a:pt x="3438693" y="6720424"/>
                        </a:cubicBezTo>
                        <a:cubicBezTo>
                          <a:pt x="3263606" y="6743587"/>
                          <a:pt x="2994810" y="6730597"/>
                          <a:pt x="2810531" y="6720424"/>
                        </a:cubicBezTo>
                        <a:cubicBezTo>
                          <a:pt x="2626252" y="6710251"/>
                          <a:pt x="2461699" y="6703851"/>
                          <a:pt x="2324594" y="6720424"/>
                        </a:cubicBezTo>
                        <a:cubicBezTo>
                          <a:pt x="2187489" y="6736997"/>
                          <a:pt x="2010472" y="6733796"/>
                          <a:pt x="1838657" y="6720424"/>
                        </a:cubicBezTo>
                        <a:cubicBezTo>
                          <a:pt x="1666842" y="6707052"/>
                          <a:pt x="1441594" y="6729661"/>
                          <a:pt x="1210495" y="6720424"/>
                        </a:cubicBezTo>
                        <a:cubicBezTo>
                          <a:pt x="979396" y="6711187"/>
                          <a:pt x="754265" y="6717123"/>
                          <a:pt x="368994" y="6720424"/>
                        </a:cubicBezTo>
                        <a:cubicBezTo>
                          <a:pt x="156107" y="6712993"/>
                          <a:pt x="9829" y="6552701"/>
                          <a:pt x="0" y="6351430"/>
                        </a:cubicBezTo>
                        <a:cubicBezTo>
                          <a:pt x="32447" y="6189319"/>
                          <a:pt x="-31683" y="5858513"/>
                          <a:pt x="0" y="5567066"/>
                        </a:cubicBezTo>
                        <a:cubicBezTo>
                          <a:pt x="31683" y="5275619"/>
                          <a:pt x="-15098" y="5150303"/>
                          <a:pt x="0" y="5022000"/>
                        </a:cubicBezTo>
                        <a:cubicBezTo>
                          <a:pt x="15098" y="4893697"/>
                          <a:pt x="-22186" y="4584931"/>
                          <a:pt x="0" y="4417109"/>
                        </a:cubicBezTo>
                        <a:cubicBezTo>
                          <a:pt x="22186" y="4249287"/>
                          <a:pt x="3962" y="4066006"/>
                          <a:pt x="0" y="3872043"/>
                        </a:cubicBezTo>
                        <a:cubicBezTo>
                          <a:pt x="-3962" y="3678080"/>
                          <a:pt x="28603" y="3285292"/>
                          <a:pt x="0" y="3087679"/>
                        </a:cubicBezTo>
                        <a:cubicBezTo>
                          <a:pt x="-28603" y="2890066"/>
                          <a:pt x="22781" y="2721019"/>
                          <a:pt x="0" y="2602437"/>
                        </a:cubicBezTo>
                        <a:cubicBezTo>
                          <a:pt x="-22781" y="2483855"/>
                          <a:pt x="2642" y="2263001"/>
                          <a:pt x="0" y="1997546"/>
                        </a:cubicBezTo>
                        <a:cubicBezTo>
                          <a:pt x="-2642" y="1732091"/>
                          <a:pt x="955" y="1603937"/>
                          <a:pt x="0" y="1392655"/>
                        </a:cubicBezTo>
                        <a:cubicBezTo>
                          <a:pt x="-955" y="1181373"/>
                          <a:pt x="-49955" y="743587"/>
                          <a:pt x="0" y="36899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87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22C32-BC37-34B2-1E4A-93562D8F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B3EEB9-E0D1-FEFE-2D68-8CCC75DA2F4E}"/>
              </a:ext>
            </a:extLst>
          </p:cNvPr>
          <p:cNvSpPr txBox="1"/>
          <p:nvPr/>
        </p:nvSpPr>
        <p:spPr>
          <a:xfrm>
            <a:off x="3391852" y="3728234"/>
            <a:ext cx="2957358" cy="5886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F0E7FC1-768F-F102-6DAD-329BFF81E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8248953" cy="594123"/>
          </a:xfrm>
        </p:spPr>
        <p:txBody>
          <a:bodyPr/>
          <a:lstStyle/>
          <a:p>
            <a:r>
              <a:rPr lang="en-US" dirty="0"/>
              <a:t>Dataset Architecture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D7A6ED-F4FD-A2FC-414D-4E8B6A6EAF37}"/>
              </a:ext>
            </a:extLst>
          </p:cNvPr>
          <p:cNvCxnSpPr/>
          <p:nvPr/>
        </p:nvCxnSpPr>
        <p:spPr>
          <a:xfrm flipV="1">
            <a:off x="1107304" y="1491268"/>
            <a:ext cx="2189095" cy="12241"/>
          </a:xfrm>
          <a:prstGeom prst="straightConnector1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73AC02A-1602-DC55-6072-B333AD40CEA9}"/>
              </a:ext>
            </a:extLst>
          </p:cNvPr>
          <p:cNvSpPr txBox="1"/>
          <p:nvPr/>
        </p:nvSpPr>
        <p:spPr>
          <a:xfrm>
            <a:off x="1794597" y="2781131"/>
            <a:ext cx="13919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dirty="0">
                <a:solidFill>
                  <a:srgbClr val="6155F9"/>
                </a:solidFill>
                <a:latin typeface="Lora"/>
                <a:cs typeface="Poppins Light"/>
              </a:rPr>
              <a:t>5000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1823D0-C6D0-A225-33D1-AD746B6D755A}"/>
              </a:ext>
            </a:extLst>
          </p:cNvPr>
          <p:cNvSpPr txBox="1"/>
          <p:nvPr/>
        </p:nvSpPr>
        <p:spPr>
          <a:xfrm>
            <a:off x="5397768" y="2781131"/>
            <a:ext cx="179473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dirty="0">
                <a:solidFill>
                  <a:srgbClr val="6155F9"/>
                </a:solidFill>
                <a:latin typeface="Lora"/>
                <a:cs typeface="Poppins Light"/>
              </a:rPr>
              <a:t>50/50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8F6A76-D792-83D8-EAA9-051FE942EDC0}"/>
              </a:ext>
            </a:extLst>
          </p:cNvPr>
          <p:cNvSpPr txBox="1"/>
          <p:nvPr/>
        </p:nvSpPr>
        <p:spPr>
          <a:xfrm>
            <a:off x="9240425" y="2781130"/>
            <a:ext cx="13919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 dirty="0">
                <a:solidFill>
                  <a:srgbClr val="6155F9"/>
                </a:solidFill>
                <a:latin typeface="Lora"/>
                <a:cs typeface="Poppins Light"/>
              </a:rPr>
              <a:t>4</a:t>
            </a:r>
            <a:endParaRPr lang="en-US" sz="3600" dirty="0">
              <a:solidFill>
                <a:srgbClr val="6155F9"/>
              </a:solidFill>
              <a:latin typeface="Lor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7C469C-D7C1-025F-DBC0-78721405CF2C}"/>
              </a:ext>
            </a:extLst>
          </p:cNvPr>
          <p:cNvSpPr txBox="1"/>
          <p:nvPr/>
        </p:nvSpPr>
        <p:spPr>
          <a:xfrm>
            <a:off x="1331652" y="3549157"/>
            <a:ext cx="23126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Lora"/>
                <a:cs typeface="Poppins Light"/>
              </a:rPr>
              <a:t>Reviews </a:t>
            </a:r>
            <a:br>
              <a:rPr lang="en-US" dirty="0">
                <a:latin typeface="Lora"/>
                <a:cs typeface="Poppins Light"/>
              </a:rPr>
            </a:br>
            <a:r>
              <a:rPr lang="en-US" sz="1600" i="1" dirty="0">
                <a:latin typeface="Lora"/>
                <a:cs typeface="Poppins Light"/>
              </a:rPr>
              <a:t>Base text Input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D7DC3F-2835-8804-497B-FDA9469D79CF}"/>
              </a:ext>
            </a:extLst>
          </p:cNvPr>
          <p:cNvSpPr txBox="1"/>
          <p:nvPr/>
        </p:nvSpPr>
        <p:spPr>
          <a:xfrm>
            <a:off x="4934823" y="3549157"/>
            <a:ext cx="23126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Lora"/>
                <a:cs typeface="Poppins Light"/>
              </a:rPr>
              <a:t>Class Balance</a:t>
            </a:r>
            <a:r>
              <a:rPr lang="en-US" dirty="0">
                <a:latin typeface="Lora"/>
                <a:cs typeface="Poppins Light"/>
              </a:rPr>
              <a:t> </a:t>
            </a:r>
            <a:br>
              <a:rPr lang="en-US" dirty="0">
                <a:latin typeface="Lora"/>
                <a:cs typeface="Poppins Light"/>
              </a:rPr>
            </a:br>
            <a:r>
              <a:rPr lang="en-US" sz="1600" i="1" dirty="0">
                <a:latin typeface="Lora"/>
                <a:cs typeface="Poppins Light"/>
              </a:rPr>
              <a:t>Genuine Vs Fake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229EDB-7269-294C-379C-B042824B86C9}"/>
              </a:ext>
            </a:extLst>
          </p:cNvPr>
          <p:cNvSpPr txBox="1"/>
          <p:nvPr/>
        </p:nvSpPr>
        <p:spPr>
          <a:xfrm>
            <a:off x="7765110" y="3549156"/>
            <a:ext cx="354271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Lora"/>
                <a:cs typeface="Poppins Light"/>
              </a:rPr>
              <a:t>Base Features</a:t>
            </a:r>
            <a:br>
              <a:rPr lang="en-US" dirty="0">
                <a:latin typeface="Lora"/>
                <a:cs typeface="Poppins Light"/>
              </a:rPr>
            </a:br>
            <a:r>
              <a:rPr lang="en-US" sz="1600" i="1">
                <a:latin typeface="Lora"/>
                <a:cs typeface="Poppins Light"/>
              </a:rPr>
              <a:t>Rating, Verified_purchase, </a:t>
            </a:r>
            <a:r>
              <a:rPr lang="en-US" sz="1600" i="1" dirty="0">
                <a:latin typeface="Lora"/>
                <a:cs typeface="Poppins Light"/>
              </a:rPr>
              <a:t>Reviewer_Review_Count, Label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72BEF7D-CEE3-07C0-E3EC-08F8D6F76B56}"/>
              </a:ext>
            </a:extLst>
          </p:cNvPr>
          <p:cNvCxnSpPr/>
          <p:nvPr/>
        </p:nvCxnSpPr>
        <p:spPr>
          <a:xfrm flipH="1" flipV="1">
            <a:off x="4240608" y="2839661"/>
            <a:ext cx="6259" cy="1767641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7D401A3-396D-1087-9367-582CC9B31B16}"/>
              </a:ext>
            </a:extLst>
          </p:cNvPr>
          <p:cNvCxnSpPr/>
          <p:nvPr/>
        </p:nvCxnSpPr>
        <p:spPr>
          <a:xfrm flipH="1" flipV="1">
            <a:off x="7816928" y="2839661"/>
            <a:ext cx="6259" cy="1767641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73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40DC-5CEC-6E9D-5849-EA105204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9B7FF-1B02-4323-B764-3ACCFF521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1818" y="1873924"/>
            <a:ext cx="4474587" cy="559834"/>
          </a:xfrm>
        </p:spPr>
        <p:txBody>
          <a:bodyPr/>
          <a:lstStyle/>
          <a:p>
            <a:r>
              <a:rPr lang="en-IN" cap="none" dirty="0">
                <a:latin typeface="+mj-lt"/>
              </a:rPr>
              <a:t>Pipeline 1: Text Only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BDE81-7C96-0303-C5AC-3A6625DE2B6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1873924"/>
            <a:ext cx="5040808" cy="559834"/>
          </a:xfrm>
        </p:spPr>
        <p:txBody>
          <a:bodyPr/>
          <a:lstStyle/>
          <a:p>
            <a:r>
              <a:rPr lang="en-IN" cap="none" dirty="0">
                <a:solidFill>
                  <a:srgbClr val="6155F9"/>
                </a:solidFill>
                <a:latin typeface="+mj-lt"/>
              </a:rPr>
              <a:t>Pipeline 2: Text + Metadata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5EAFDA-3081-D18D-AB29-FE05BD72FE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1818" y="2470130"/>
            <a:ext cx="5040809" cy="3778271"/>
          </a:xfrm>
        </p:spPr>
        <p:txBody>
          <a:bodyPr>
            <a:normAutofit lnSpcReduction="10000"/>
          </a:bodyPr>
          <a:lstStyle/>
          <a:p>
            <a:pPr lvl="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Text cleaning and tokenization:</a:t>
            </a:r>
            <a:r>
              <a:rPr lang="en-IN" dirty="0">
                <a:latin typeface="+mj-lt"/>
              </a:rPr>
              <a:t> Review text is converted to lowercase and tokenized using the vectorizer.</a:t>
            </a:r>
          </a:p>
          <a:p>
            <a:pPr lvl="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Stop-word filtering:</a:t>
            </a:r>
            <a:r>
              <a:rPr lang="en-IN" dirty="0">
                <a:latin typeface="+mj-lt"/>
              </a:rPr>
              <a:t> English stop words are removed during TF-IDF processing.</a:t>
            </a:r>
          </a:p>
          <a:p>
            <a:pPr lvl="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N-gram extraction:</a:t>
            </a:r>
            <a:r>
              <a:rPr lang="en-IN" dirty="0">
                <a:latin typeface="+mj-lt"/>
              </a:rPr>
              <a:t> Unigrams and bigrams capture individual words and short phrases.</a:t>
            </a:r>
          </a:p>
          <a:p>
            <a:pPr lvl="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TF-IDF vectorization:</a:t>
            </a:r>
            <a:r>
              <a:rPr lang="en-IN" dirty="0">
                <a:latin typeface="+mj-lt"/>
              </a:rPr>
              <a:t> Text is converted into numerical features using up to 3,000 TF-IDF features.</a:t>
            </a:r>
          </a:p>
          <a:p>
            <a:pPr lvl="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Purpose:</a:t>
            </a:r>
            <a:r>
              <a:rPr lang="en-IN" dirty="0">
                <a:latin typeface="+mj-lt"/>
              </a:rPr>
              <a:t> Learns deceptive-review patterns from word and phrase usage alone.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4E872E-994C-F0E5-63B2-BCBF512C0B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8" y="2470130"/>
            <a:ext cx="5040809" cy="3707247"/>
          </a:xfrm>
        </p:spPr>
        <p:txBody>
          <a:bodyPr>
            <a:normAutofit lnSpcReduction="10000"/>
          </a:bodyPr>
          <a:lstStyle/>
          <a:p>
            <a:pPr>
              <a:buClr>
                <a:srgbClr val="9991FC"/>
              </a:buClr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Sentiment and subjectivity:</a:t>
            </a:r>
            <a:r>
              <a:rPr lang="en-IN" dirty="0">
                <a:latin typeface="+mj-lt"/>
              </a:rPr>
              <a:t> A lightweight, self-contained positive/negative word lexicon is used to calculate sentiment score and subjectivity.</a:t>
            </a:r>
            <a:endParaRPr lang="en-IN" b="1" dirty="0">
              <a:latin typeface="+mj-lt"/>
            </a:endParaRPr>
          </a:p>
          <a:p>
            <a:pPr>
              <a:buClr>
                <a:srgbClr val="9991FC"/>
              </a:buClr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Reviewer metadata:</a:t>
            </a:r>
            <a:r>
              <a:rPr lang="en-IN" dirty="0">
                <a:latin typeface="+mj-lt"/>
              </a:rPr>
              <a:t> Verified-purchase status and reviewer review count.</a:t>
            </a:r>
            <a:endParaRPr lang="en-IN" b="1" dirty="0">
              <a:latin typeface="+mj-lt"/>
            </a:endParaRPr>
          </a:p>
          <a:p>
            <a:pPr>
              <a:buClr>
                <a:srgbClr val="9991FC"/>
              </a:buClr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Feature preparation:</a:t>
            </a:r>
            <a:r>
              <a:rPr lang="en-IN" dirty="0">
                <a:latin typeface="+mj-lt"/>
              </a:rPr>
              <a:t> Numeric features are standardized and concatenated with the TF-IDF representation.</a:t>
            </a:r>
            <a:endParaRPr lang="en-IN" b="1" dirty="0">
              <a:latin typeface="+mj-lt"/>
            </a:endParaRPr>
          </a:p>
          <a:p>
            <a:pPr lvl="0">
              <a:buClr>
                <a:srgbClr val="9991FC"/>
              </a:buClr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Classification:</a:t>
            </a:r>
            <a:r>
              <a:rPr lang="en-IN" dirty="0">
                <a:latin typeface="+mj-lt"/>
              </a:rPr>
              <a:t> A soft-voting ensemble of Logistic Regression and Random Forest predicts whether the review is genuine or likely fake.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2D129B-71F5-B15E-42E5-5D7A45C9DB54}"/>
              </a:ext>
            </a:extLst>
          </p:cNvPr>
          <p:cNvCxnSpPr/>
          <p:nvPr/>
        </p:nvCxnSpPr>
        <p:spPr>
          <a:xfrm flipV="1">
            <a:off x="1107304" y="1491268"/>
            <a:ext cx="2189095" cy="12241"/>
          </a:xfrm>
          <a:prstGeom prst="straightConnector1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84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2D425-F209-3BD5-E71A-6E65F5B6C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3640"/>
            <a:ext cx="8467558" cy="1554480"/>
          </a:xfrm>
        </p:spPr>
        <p:txBody>
          <a:bodyPr/>
          <a:lstStyle/>
          <a:p>
            <a:r>
              <a:rPr lang="en-IN" dirty="0"/>
              <a:t>Experimental Setup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C478AEB-5ABB-B82E-562D-EB213738A01B}"/>
              </a:ext>
            </a:extLst>
          </p:cNvPr>
          <p:cNvCxnSpPr/>
          <p:nvPr/>
        </p:nvCxnSpPr>
        <p:spPr>
          <a:xfrm flipV="1">
            <a:off x="864113" y="1871999"/>
            <a:ext cx="2189095" cy="12241"/>
          </a:xfrm>
          <a:prstGeom prst="straightConnector1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1684E2-3620-E5EF-7EE2-559070EAFC4E}"/>
              </a:ext>
            </a:extLst>
          </p:cNvPr>
          <p:cNvSpPr txBox="1"/>
          <p:nvPr/>
        </p:nvSpPr>
        <p:spPr>
          <a:xfrm>
            <a:off x="8334412" y="2509838"/>
            <a:ext cx="2075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+mj-lt"/>
              </a:rPr>
              <a:t>Core Metrics 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0903F-74A2-2C5D-5770-5F83C8060AA4}"/>
              </a:ext>
            </a:extLst>
          </p:cNvPr>
          <p:cNvSpPr txBox="1"/>
          <p:nvPr/>
        </p:nvSpPr>
        <p:spPr>
          <a:xfrm>
            <a:off x="832303" y="2863674"/>
            <a:ext cx="3998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Logistic Regression</a:t>
            </a:r>
          </a:p>
          <a:p>
            <a:pPr lvl="1"/>
            <a:r>
              <a:rPr lang="en-IN" sz="1600" i="1" dirty="0">
                <a:latin typeface="+mj-lt"/>
              </a:rPr>
              <a:t>Linear Baseline Standard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E64FB-80AD-1EF7-7698-DA0DBCB4E260}"/>
              </a:ext>
            </a:extLst>
          </p:cNvPr>
          <p:cNvSpPr txBox="1"/>
          <p:nvPr/>
        </p:nvSpPr>
        <p:spPr>
          <a:xfrm>
            <a:off x="787941" y="3455662"/>
            <a:ext cx="4280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Random Forest</a:t>
            </a:r>
          </a:p>
          <a:p>
            <a:pPr lvl="1"/>
            <a:r>
              <a:rPr lang="en-IN" sz="1600" i="1" dirty="0">
                <a:latin typeface="+mj-lt"/>
              </a:rPr>
              <a:t>Non-Linear Tree based Ensemble Classifier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BC1795-9F37-9264-4D39-96B78CE4E738}"/>
              </a:ext>
            </a:extLst>
          </p:cNvPr>
          <p:cNvSpPr txBox="1"/>
          <p:nvPr/>
        </p:nvSpPr>
        <p:spPr>
          <a:xfrm>
            <a:off x="792782" y="4303600"/>
            <a:ext cx="4037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+mj-lt"/>
              </a:rPr>
              <a:t>The project combines both models in a soft-voting ensemble using TF-IDF text features and engineered reviews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5CDA15-9CC4-B18C-83EC-C3818E5B266F}"/>
              </a:ext>
            </a:extLst>
          </p:cNvPr>
          <p:cNvSpPr txBox="1"/>
          <p:nvPr/>
        </p:nvSpPr>
        <p:spPr>
          <a:xfrm>
            <a:off x="940341" y="2509838"/>
            <a:ext cx="3414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+mj-lt"/>
              </a:rPr>
              <a:t>Primary Models 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EB0796-6323-404A-1B5A-6884A4390D0C}"/>
              </a:ext>
            </a:extLst>
          </p:cNvPr>
          <p:cNvSpPr txBox="1"/>
          <p:nvPr/>
        </p:nvSpPr>
        <p:spPr>
          <a:xfrm>
            <a:off x="5183811" y="2909948"/>
            <a:ext cx="1940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+mj-lt"/>
              </a:rPr>
              <a:t>80/20 Train Test</a:t>
            </a:r>
          </a:p>
          <a:p>
            <a:r>
              <a:rPr lang="en-IN" sz="1600" dirty="0">
                <a:latin typeface="+mj-lt"/>
              </a:rPr>
              <a:t> Stratified Split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4E3F6D-8284-AC39-89C9-ADD2A29D1380}"/>
              </a:ext>
            </a:extLst>
          </p:cNvPr>
          <p:cNvSpPr txBox="1"/>
          <p:nvPr/>
        </p:nvSpPr>
        <p:spPr>
          <a:xfrm>
            <a:off x="5338863" y="2509838"/>
            <a:ext cx="194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+mj-lt"/>
              </a:rPr>
              <a:t>Data Split -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DB39AC-37A5-5938-2323-77CA305AFFFC}"/>
              </a:ext>
            </a:extLst>
          </p:cNvPr>
          <p:cNvSpPr txBox="1"/>
          <p:nvPr/>
        </p:nvSpPr>
        <p:spPr>
          <a:xfrm>
            <a:off x="8447370" y="2909948"/>
            <a:ext cx="31479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F1-Score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ROC-AUC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Confusion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Macro-F1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MCC 	</a:t>
            </a:r>
          </a:p>
        </p:txBody>
      </p:sp>
    </p:spTree>
    <p:extLst>
      <p:ext uri="{BB962C8B-B14F-4D97-AF65-F5344CB8AC3E}">
        <p14:creationId xmlns:p14="http://schemas.microsoft.com/office/powerpoint/2010/main" val="3808791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5C563-DDD0-E36C-4784-DD3D69FD5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4F332E5-5C3D-7710-A9C7-D1CD298FAE82}"/>
              </a:ext>
            </a:extLst>
          </p:cNvPr>
          <p:cNvSpPr txBox="1">
            <a:spLocks/>
          </p:cNvSpPr>
          <p:nvPr/>
        </p:nvSpPr>
        <p:spPr>
          <a:xfrm>
            <a:off x="863463" y="419036"/>
            <a:ext cx="10465073" cy="11322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500" dirty="0"/>
              <a:t>Results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62A97F-747F-906A-6ED5-B313DA68F71F}"/>
              </a:ext>
            </a:extLst>
          </p:cNvPr>
          <p:cNvCxnSpPr>
            <a:cxnSpLocks/>
          </p:cNvCxnSpPr>
          <p:nvPr/>
        </p:nvCxnSpPr>
        <p:spPr>
          <a:xfrm>
            <a:off x="1107304" y="1503509"/>
            <a:ext cx="1609263" cy="0"/>
          </a:xfrm>
          <a:prstGeom prst="straightConnector1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55C9CC7-4F14-0B03-3512-C2B70AECE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251" y="1754832"/>
            <a:ext cx="4639618" cy="4245824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7DF547-0AED-29E3-3232-60F9EB3F4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31" y="1754832"/>
            <a:ext cx="6378857" cy="4245824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403073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CACAD-9EE3-6EB2-91EC-B42099005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A3793-3335-D39D-029D-A8AACC84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Edge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E1530-AC90-8013-C37C-BD2D58077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0697" y="2268121"/>
            <a:ext cx="3199762" cy="559834"/>
          </a:xfrm>
        </p:spPr>
        <p:txBody>
          <a:bodyPr>
            <a:normAutofit/>
          </a:bodyPr>
          <a:lstStyle/>
          <a:p>
            <a:pPr algn="ctr"/>
            <a:r>
              <a:rPr lang="en-IN" sz="1800" cap="none" dirty="0">
                <a:solidFill>
                  <a:srgbClr val="FF0000"/>
                </a:solidFill>
                <a:latin typeface="+mj-lt"/>
              </a:rPr>
              <a:t>False Positive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5FCA2-5832-8AF5-7E73-2381108918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1988" y="2972929"/>
            <a:ext cx="3487962" cy="2113976"/>
          </a:xfrm>
        </p:spPr>
        <p:txBody>
          <a:bodyPr>
            <a:normAutofit/>
          </a:bodyPr>
          <a:lstStyle/>
          <a:p>
            <a:pPr marL="0" indent="0" algn="ctr">
              <a:buClr>
                <a:schemeClr val="bg1">
                  <a:lumMod val="50000"/>
                </a:schemeClr>
              </a:buClr>
              <a:buNone/>
            </a:pPr>
            <a:r>
              <a:rPr lang="en-IN" sz="2000" b="1" dirty="0">
                <a:latin typeface="+mj-lt"/>
              </a:rPr>
              <a:t>HUMAN SARCASM</a:t>
            </a:r>
          </a:p>
          <a:p>
            <a:pPr marL="0" indent="0">
              <a:buClr>
                <a:schemeClr val="bg1">
                  <a:lumMod val="50000"/>
                </a:schemeClr>
              </a:buClr>
              <a:buNone/>
            </a:pPr>
            <a:r>
              <a:rPr lang="en-IN" sz="1600" dirty="0">
                <a:latin typeface="+mj-lt"/>
              </a:rPr>
              <a:t>“Wow, another broken screen. Best purchase ever!”</a:t>
            </a:r>
          </a:p>
          <a:p>
            <a:pPr marL="0" indent="0">
              <a:buClr>
                <a:schemeClr val="bg1">
                  <a:lumMod val="50000"/>
                </a:schemeClr>
              </a:buClr>
              <a:buNone/>
            </a:pPr>
            <a:r>
              <a:rPr lang="en-IN" sz="1600" dirty="0">
                <a:latin typeface="+mj-lt"/>
              </a:rPr>
              <a:t>1-star rating flagged by mismatch.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E0D013-EBA5-85A2-B34C-5998447A6CF4}"/>
              </a:ext>
            </a:extLst>
          </p:cNvPr>
          <p:cNvCxnSpPr/>
          <p:nvPr/>
        </p:nvCxnSpPr>
        <p:spPr>
          <a:xfrm flipV="1">
            <a:off x="1107304" y="1491268"/>
            <a:ext cx="2189095" cy="12241"/>
          </a:xfrm>
          <a:prstGeom prst="straightConnector1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E9CA57E-A787-38BF-CDC0-D13B6FE4FFED}"/>
              </a:ext>
            </a:extLst>
          </p:cNvPr>
          <p:cNvSpPr txBox="1">
            <a:spLocks/>
          </p:cNvSpPr>
          <p:nvPr/>
        </p:nvSpPr>
        <p:spPr>
          <a:xfrm>
            <a:off x="4480496" y="2957077"/>
            <a:ext cx="3422735" cy="3278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</a:pPr>
            <a:r>
              <a:rPr lang="en-IN" sz="2000" b="1" dirty="0">
                <a:latin typeface="+mj-lt"/>
              </a:rPr>
              <a:t>THE LAZY BOT</a:t>
            </a:r>
          </a:p>
          <a:p>
            <a:pPr marL="0" indent="0"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</a:pPr>
            <a:r>
              <a:rPr lang="en-IN" sz="1600" dirty="0">
                <a:latin typeface="+mj-lt"/>
              </a:rPr>
              <a:t>“Highly recommended product”</a:t>
            </a:r>
          </a:p>
          <a:p>
            <a:pPr marL="0" indent="0"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</a:pPr>
            <a:r>
              <a:rPr lang="en-IN" sz="1600" dirty="0">
                <a:latin typeface="+mj-lt"/>
              </a:rPr>
              <a:t>Generic Praise with 1-star rating.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1DC2767-3ADD-5158-69A3-35AAC7729935}"/>
              </a:ext>
            </a:extLst>
          </p:cNvPr>
          <p:cNvSpPr txBox="1">
            <a:spLocks/>
          </p:cNvSpPr>
          <p:nvPr/>
        </p:nvSpPr>
        <p:spPr>
          <a:xfrm>
            <a:off x="8063029" y="2957077"/>
            <a:ext cx="3422735" cy="3278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</a:pPr>
            <a:r>
              <a:rPr lang="en-IN" sz="2000" b="1" dirty="0">
                <a:latin typeface="+mj-lt"/>
              </a:rPr>
              <a:t>THE COPY-PASTE</a:t>
            </a:r>
          </a:p>
          <a:p>
            <a:pPr marL="0" indent="0"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</a:pPr>
            <a:r>
              <a:rPr lang="en-IN" sz="1600" dirty="0">
                <a:latin typeface="+mj-lt"/>
              </a:rPr>
              <a:t>(Identical 5-Star Texts)</a:t>
            </a:r>
          </a:p>
          <a:p>
            <a:pPr marL="0" indent="0"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</a:pPr>
            <a:r>
              <a:rPr lang="en-IN" sz="1600" dirty="0">
                <a:latin typeface="+mj-lt"/>
              </a:rPr>
              <a:t>Perfectly aligned duplicate text.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B910A40-A506-0562-E792-FFCE6CE22736}"/>
              </a:ext>
            </a:extLst>
          </p:cNvPr>
          <p:cNvSpPr txBox="1">
            <a:spLocks/>
          </p:cNvSpPr>
          <p:nvPr/>
        </p:nvSpPr>
        <p:spPr>
          <a:xfrm>
            <a:off x="4480496" y="2268121"/>
            <a:ext cx="3286986" cy="5598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cap="none" dirty="0">
                <a:solidFill>
                  <a:srgbClr val="00B050"/>
                </a:solidFill>
                <a:latin typeface="+mj-lt"/>
              </a:rPr>
              <a:t>True Positive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219CBB8-A926-9D59-CA33-A3FB614DBBC8}"/>
              </a:ext>
            </a:extLst>
          </p:cNvPr>
          <p:cNvSpPr txBox="1">
            <a:spLocks/>
          </p:cNvSpPr>
          <p:nvPr/>
        </p:nvSpPr>
        <p:spPr>
          <a:xfrm>
            <a:off x="8027519" y="2268121"/>
            <a:ext cx="3284384" cy="5598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cap="none" dirty="0">
                <a:solidFill>
                  <a:srgbClr val="FF0000"/>
                </a:solidFill>
                <a:latin typeface="+mj-lt"/>
              </a:rPr>
              <a:t>False Negative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E76723-CCBF-0485-4229-6788CBFC94E9}"/>
              </a:ext>
            </a:extLst>
          </p:cNvPr>
          <p:cNvCxnSpPr/>
          <p:nvPr/>
        </p:nvCxnSpPr>
        <p:spPr>
          <a:xfrm flipH="1" flipV="1">
            <a:off x="4343691" y="2715372"/>
            <a:ext cx="6259" cy="1767641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69CABE4-B76B-A76B-503B-9ECF019189C4}"/>
              </a:ext>
            </a:extLst>
          </p:cNvPr>
          <p:cNvCxnSpPr/>
          <p:nvPr/>
        </p:nvCxnSpPr>
        <p:spPr>
          <a:xfrm flipH="1" flipV="1">
            <a:off x="7894371" y="2715372"/>
            <a:ext cx="6259" cy="1767641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11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4A6D6-1890-639A-455E-C0B27A430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1C44-5BD7-F23C-B38A-CCA1633B2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3640"/>
            <a:ext cx="8467558" cy="1554480"/>
          </a:xfrm>
        </p:spPr>
        <p:txBody>
          <a:bodyPr/>
          <a:lstStyle/>
          <a:p>
            <a:r>
              <a:rPr lang="en-IN" dirty="0"/>
              <a:t>Conclusion &amp; </a:t>
            </a:r>
            <a:br>
              <a:rPr lang="en-IN" dirty="0"/>
            </a:br>
            <a:r>
              <a:rPr lang="en-IN" dirty="0"/>
              <a:t>Future Improvements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777B2AB-EB50-43E0-72AF-7819D34C60FD}"/>
              </a:ext>
            </a:extLst>
          </p:cNvPr>
          <p:cNvCxnSpPr/>
          <p:nvPr/>
        </p:nvCxnSpPr>
        <p:spPr>
          <a:xfrm flipV="1">
            <a:off x="864113" y="1871999"/>
            <a:ext cx="2189095" cy="12241"/>
          </a:xfrm>
          <a:prstGeom prst="straightConnector1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C8B6A90-F7FF-B0D2-5D6F-F9A44354BEED}"/>
              </a:ext>
            </a:extLst>
          </p:cNvPr>
          <p:cNvSpPr txBox="1"/>
          <p:nvPr/>
        </p:nvSpPr>
        <p:spPr>
          <a:xfrm>
            <a:off x="719090" y="2059619"/>
            <a:ext cx="8467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6155F9"/>
                </a:solidFill>
                <a:latin typeface="+mj-lt"/>
              </a:rPr>
              <a:t>Metadata bridges the critical gap where isolated text analysis fails.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7B375-352F-F802-6560-1BEC1F44132E}"/>
              </a:ext>
            </a:extLst>
          </p:cNvPr>
          <p:cNvSpPr txBox="1"/>
          <p:nvPr/>
        </p:nvSpPr>
        <p:spPr>
          <a:xfrm>
            <a:off x="864113" y="2910606"/>
            <a:ext cx="2358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+mj-lt"/>
              </a:rPr>
              <a:t>Limitations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8A0D9-9B1F-0C5F-6F86-94B976B0129B}"/>
              </a:ext>
            </a:extLst>
          </p:cNvPr>
          <p:cNvSpPr txBox="1"/>
          <p:nvPr/>
        </p:nvSpPr>
        <p:spPr>
          <a:xfrm>
            <a:off x="864113" y="3429000"/>
            <a:ext cx="32906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Struggles with human sarcasm</a:t>
            </a:r>
          </a:p>
          <a:p>
            <a:pPr marL="285750" indent="-285750"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Lacks deep contextual references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2845D5-5B7C-A531-5411-5C59F0A0D22E}"/>
              </a:ext>
            </a:extLst>
          </p:cNvPr>
          <p:cNvSpPr txBox="1"/>
          <p:nvPr/>
        </p:nvSpPr>
        <p:spPr>
          <a:xfrm>
            <a:off x="4989242" y="2925995"/>
            <a:ext cx="2858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+mj-lt"/>
              </a:rPr>
              <a:t>Future Improvements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BAB2AF-7102-B81F-3489-436F2D2D27E2}"/>
              </a:ext>
            </a:extLst>
          </p:cNvPr>
          <p:cNvSpPr txBox="1"/>
          <p:nvPr/>
        </p:nvSpPr>
        <p:spPr>
          <a:xfrm>
            <a:off x="4952869" y="3428999"/>
            <a:ext cx="38892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991FC"/>
              </a:buClr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Use a larger real dataset.</a:t>
            </a:r>
          </a:p>
          <a:p>
            <a:pPr marL="285750" indent="-285750">
              <a:buClr>
                <a:srgbClr val="9991FC"/>
              </a:buClr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Log low confidence predictions from real usage and periodically retrain or relabel on them.</a:t>
            </a:r>
          </a:p>
          <a:p>
            <a:pPr marL="285750" indent="-285750">
              <a:buClr>
                <a:srgbClr val="9991FC"/>
              </a:buClr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Bert Transformer LLM integration.</a:t>
            </a:r>
          </a:p>
        </p:txBody>
      </p:sp>
    </p:spTree>
    <p:extLst>
      <p:ext uri="{BB962C8B-B14F-4D97-AF65-F5344CB8AC3E}">
        <p14:creationId xmlns:p14="http://schemas.microsoft.com/office/powerpoint/2010/main" val="3400405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E19C9-1680-D573-6D6E-26122EF0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7991" y="4526448"/>
            <a:ext cx="7014009" cy="1507672"/>
          </a:xfrm>
        </p:spPr>
        <p:txBody>
          <a:bodyPr/>
          <a:lstStyle/>
          <a:p>
            <a:r>
              <a:rPr lang="en-IN" b="1" dirty="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07331813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782DA7-86C0-4A84-A860-11A1E6E3FB6B}">
  <ds:schemaRefs>
    <ds:schemaRef ds:uri="16c05727-aa75-4e4a-9b5f-8a80a1165891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elements/1.1/"/>
    <ds:schemaRef ds:uri="230e9df3-be65-4c73-a93b-d1236ebd677e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</TotalTime>
  <Words>462</Words>
  <Application>Microsoft Office PowerPoint</Application>
  <PresentationFormat>Widescreen</PresentationFormat>
  <Paragraphs>81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Lora</vt:lpstr>
      <vt:lpstr>Playfair Display Black</vt:lpstr>
      <vt:lpstr>Poppins Light</vt:lpstr>
      <vt:lpstr>Wingdings</vt:lpstr>
      <vt:lpstr>Gradient Circle</vt:lpstr>
      <vt:lpstr>Trust-Issues  </vt:lpstr>
      <vt:lpstr>Real World Problem</vt:lpstr>
      <vt:lpstr>PowerPoint Presentation</vt:lpstr>
      <vt:lpstr>Dataset Architecture</vt:lpstr>
      <vt:lpstr>Methodology</vt:lpstr>
      <vt:lpstr>Experimental Setup</vt:lpstr>
      <vt:lpstr>PowerPoint Presentation</vt:lpstr>
      <vt:lpstr>Edge Case</vt:lpstr>
      <vt:lpstr>Conclusion &amp;  Future Improvements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Dipanshu Tripathi</dc:creator>
  <cp:lastModifiedBy>Dipanshu Tripathi</cp:lastModifiedBy>
  <cp:revision>494</cp:revision>
  <dcterms:created xsi:type="dcterms:W3CDTF">2026-10-22T16:01:06Z</dcterms:created>
  <dcterms:modified xsi:type="dcterms:W3CDTF">2026-10-28T06:39:50Z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